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9144000"/>
  <p:embeddedFontLst>
    <p:embeddedFont>
      <p:font typeface="Proxima Nova"/>
      <p:regular r:id="rId21"/>
      <p:bold r:id="rId22"/>
      <p:italic r:id="rId23"/>
      <p:boldItalic r:id="rId24"/>
    </p:embeddedFont>
    <p:embeddedFont>
      <p:font typeface="Helvetica Neue"/>
      <p:regular r:id="rId25"/>
      <p:bold r:id="rId26"/>
      <p:italic r:id="rId27"/>
      <p:boldItalic r:id="rId28"/>
    </p:embeddedFont>
    <p:embeddedFont>
      <p:font typeface="Alfa Slab One"/>
      <p:regular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ProximaNova-bold.fntdata"/><Relationship Id="rId21" Type="http://schemas.openxmlformats.org/officeDocument/2006/relationships/font" Target="fonts/ProximaNova-regular.fntdata"/><Relationship Id="rId24" Type="http://schemas.openxmlformats.org/officeDocument/2006/relationships/font" Target="fonts/ProximaNova-boldItalic.fntdata"/><Relationship Id="rId23" Type="http://schemas.openxmlformats.org/officeDocument/2006/relationships/font" Target="fonts/ProximaNova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HelveticaNeue-bold.fntdata"/><Relationship Id="rId25" Type="http://schemas.openxmlformats.org/officeDocument/2006/relationships/font" Target="fonts/HelveticaNeue-regular.fntdata"/><Relationship Id="rId28" Type="http://schemas.openxmlformats.org/officeDocument/2006/relationships/font" Target="fonts/HelveticaNeue-boldItalic.fntdata"/><Relationship Id="rId27" Type="http://schemas.openxmlformats.org/officeDocument/2006/relationships/font" Target="fonts/HelveticaNeue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AlfaSlabOne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70adf61547_0_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g370adf61547_0_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" name="Google Shape;66;g370adf61547_0_7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" name="Google Shape;8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Also to refresh what Thomas has discussed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Easily understandable if we relate to human movement </a:t>
            </a:r>
            <a:endParaRPr/>
          </a:p>
        </p:txBody>
      </p:sp>
      <p:sp>
        <p:nvSpPr>
          <p:cNvPr id="187" name="Google Shape;18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Also to refresh what Thomas has discussed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Easily understandable if we relate to human movement </a:t>
            </a:r>
            <a:endParaRPr/>
          </a:p>
        </p:txBody>
      </p:sp>
      <p:sp>
        <p:nvSpPr>
          <p:cNvPr id="252" name="Google Shape;25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9" name="Google Shape;32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7" name="Google Shape;33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70adf61547_0_5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6" name="Google Shape;346;g370adf61547_0_5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70adf61547_0_5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6" name="Google Shape;356;g370adf61547_0_5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70adf61547_0_5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70adf61547_0_5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g370adf61547_0_59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0" name="Google Shape;37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70adf61547_0_6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70adf61547_0_6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g370adf61547_0_6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6" name="Google Shape;38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9" name="Google Shape;44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9" name="Google Shape;50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1" name="Google Shape;56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Google Shape;14;p2"/>
          <p:cNvCxnSpPr/>
          <p:nvPr/>
        </p:nvCxnSpPr>
        <p:spPr>
          <a:xfrm>
            <a:off x="5704400" y="3668217"/>
            <a:ext cx="7833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" name="Google Shape;15;p2"/>
          <p:cNvSpPr txBox="1"/>
          <p:nvPr>
            <p:ph type="ctrTitle"/>
          </p:nvPr>
        </p:nvSpPr>
        <p:spPr>
          <a:xfrm>
            <a:off x="415600" y="794633"/>
            <a:ext cx="11360700" cy="26103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415600" y="4221097"/>
            <a:ext cx="11360700" cy="978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415600" y="3307400"/>
            <a:ext cx="10819200" cy="32613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100"/>
              <a:buNone/>
              <a:defRPr sz="91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100"/>
              <a:buNone/>
              <a:defRPr sz="91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100"/>
              <a:buNone/>
              <a:defRPr sz="91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100"/>
              <a:buNone/>
              <a:defRPr sz="91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100"/>
              <a:buNone/>
              <a:defRPr sz="91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100"/>
              <a:buNone/>
              <a:defRPr sz="91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100"/>
              <a:buNone/>
              <a:defRPr sz="91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100"/>
              <a:buNone/>
              <a:defRPr sz="91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100"/>
              <a:buNone/>
              <a:defRPr sz="9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415600" y="8424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415600" y="1987833"/>
            <a:ext cx="3744000" cy="4104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653667" y="701800"/>
            <a:ext cx="75783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/>
          <p:nvPr/>
        </p:nvSpPr>
        <p:spPr>
          <a:xfrm>
            <a:off x="6096000" y="133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2" name="Google Shape;42;p9"/>
          <p:cNvCxnSpPr/>
          <p:nvPr/>
        </p:nvCxnSpPr>
        <p:spPr>
          <a:xfrm>
            <a:off x="6706233" y="5994000"/>
            <a:ext cx="624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" name="Google Shape;43;p9"/>
          <p:cNvSpPr txBox="1"/>
          <p:nvPr>
            <p:ph type="title"/>
          </p:nvPr>
        </p:nvSpPr>
        <p:spPr>
          <a:xfrm>
            <a:off x="354000" y="1834132"/>
            <a:ext cx="5393700" cy="20691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1pPr>
            <a:lvl2pPr lvl="1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/>
        </p:txBody>
      </p:sp>
      <p:sp>
        <p:nvSpPr>
          <p:cNvPr id="44" name="Google Shape;44;p9"/>
          <p:cNvSpPr txBox="1"/>
          <p:nvPr>
            <p:ph idx="1" type="subTitle"/>
          </p:nvPr>
        </p:nvSpPr>
        <p:spPr>
          <a:xfrm>
            <a:off x="354000" y="3974834"/>
            <a:ext cx="5393700" cy="1794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5" name="Google Shape;45;p9"/>
          <p:cNvSpPr txBox="1"/>
          <p:nvPr>
            <p:ph idx="2" type="body"/>
          </p:nvPr>
        </p:nvSpPr>
        <p:spPr>
          <a:xfrm>
            <a:off x="6586000" y="965600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>
                <a:solidFill>
                  <a:schemeClr val="lt1"/>
                </a:solidFill>
              </a:defRPr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 txBox="1"/>
          <p:nvPr>
            <p:ph idx="1" type="body"/>
          </p:nvPr>
        </p:nvSpPr>
        <p:spPr>
          <a:xfrm>
            <a:off x="426000" y="5644967"/>
            <a:ext cx="7998300" cy="79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9" name="Google Shape;49;p1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/>
          <p:nvPr>
            <p:ph hasCustomPrompt="1" type="title"/>
          </p:nvPr>
        </p:nvSpPr>
        <p:spPr>
          <a:xfrm>
            <a:off x="415600" y="1557233"/>
            <a:ext cx="11360700" cy="26400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00"/>
              <a:buNone/>
              <a:defRPr sz="147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00"/>
              <a:buNone/>
              <a:defRPr sz="147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00"/>
              <a:buNone/>
              <a:defRPr sz="147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00"/>
              <a:buNone/>
              <a:defRPr sz="147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00"/>
              <a:buNone/>
              <a:defRPr sz="147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00"/>
              <a:buNone/>
              <a:defRPr sz="147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00"/>
              <a:buNone/>
              <a:defRPr sz="147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00"/>
              <a:buNone/>
              <a:defRPr sz="147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00"/>
              <a:buNone/>
              <a:defRPr sz="147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2" name="Google Shape;52;p11"/>
          <p:cNvSpPr txBox="1"/>
          <p:nvPr>
            <p:ph idx="1" type="body"/>
          </p:nvPr>
        </p:nvSpPr>
        <p:spPr>
          <a:xfrm>
            <a:off x="415600" y="4299000"/>
            <a:ext cx="11360700" cy="1428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 txBox="1"/>
          <p:nvPr>
            <p:ph type="title"/>
          </p:nvPr>
        </p:nvSpPr>
        <p:spPr>
          <a:xfrm>
            <a:off x="609619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1" type="body"/>
          </p:nvPr>
        </p:nvSpPr>
        <p:spPr>
          <a:xfrm>
            <a:off x="609619" y="1600215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2" type="body"/>
          </p:nvPr>
        </p:nvSpPr>
        <p:spPr>
          <a:xfrm>
            <a:off x="6197600" y="1600215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lfa Slab One"/>
              <a:buNone/>
              <a:defRPr sz="4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lfa Slab One"/>
              <a:buNone/>
              <a:defRPr sz="4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lfa Slab One"/>
              <a:buNone/>
              <a:defRPr sz="4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lfa Slab One"/>
              <a:buNone/>
              <a:defRPr sz="4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lfa Slab One"/>
              <a:buNone/>
              <a:defRPr sz="4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lfa Slab One"/>
              <a:buNone/>
              <a:defRPr sz="4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lfa Slab One"/>
              <a:buNone/>
              <a:defRPr sz="4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lfa Slab One"/>
              <a:buNone/>
              <a:defRPr sz="4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lfa Slab One"/>
              <a:buNone/>
              <a:defRPr sz="4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Proxima Nova"/>
              <a:buChar char="●"/>
              <a:defRPr sz="24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Proxima Nova"/>
              <a:buChar char="○"/>
              <a:defRPr sz="19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Proxima Nova"/>
              <a:buChar char="■"/>
              <a:defRPr sz="19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Proxima Nova"/>
              <a:buChar char="●"/>
              <a:defRPr sz="19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Proxima Nova"/>
              <a:buChar char="○"/>
              <a:defRPr sz="19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Proxima Nova"/>
              <a:buChar char="■"/>
              <a:defRPr sz="19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Proxima Nova"/>
              <a:buChar char="●"/>
              <a:defRPr sz="19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Proxima Nova"/>
              <a:buChar char="○"/>
              <a:defRPr sz="19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Proxima Nova"/>
              <a:buChar char="■"/>
              <a:defRPr sz="19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3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3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3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3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3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3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3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3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5.png"/><Relationship Id="rId10" Type="http://schemas.openxmlformats.org/officeDocument/2006/relationships/image" Target="../media/image22.pn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3.jpg"/><Relationship Id="rId9" Type="http://schemas.openxmlformats.org/officeDocument/2006/relationships/image" Target="../media/image9.png"/><Relationship Id="rId5" Type="http://schemas.openxmlformats.org/officeDocument/2006/relationships/image" Target="../media/image16.jpg"/><Relationship Id="rId6" Type="http://schemas.openxmlformats.org/officeDocument/2006/relationships/image" Target="../media/image7.jp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www.youtube.com/watch?v=7wMnwEFoks4" TargetMode="External"/><Relationship Id="rId4" Type="http://schemas.openxmlformats.org/officeDocument/2006/relationships/image" Target="../media/image1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hyperlink" Target="https://www.movebank.org/cms/movebank-content/movetraits" TargetMode="External"/><Relationship Id="rId5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Relationship Id="rId4" Type="http://schemas.openxmlformats.org/officeDocument/2006/relationships/image" Target="../media/image14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oofed Migration: New Science Study Chronicles World's Great Overland  Mammal Migrations &gt; Newsroom" id="68" name="Google Shape;68;p14"/>
          <p:cNvPicPr preferRelativeResize="0"/>
          <p:nvPr/>
        </p:nvPicPr>
        <p:blipFill rotWithShape="1">
          <a:blip r:embed="rId3">
            <a:alphaModFix/>
          </a:blip>
          <a:srcRect b="26273" l="0" r="0" t="9173"/>
          <a:stretch/>
        </p:blipFill>
        <p:spPr>
          <a:xfrm>
            <a:off x="20" y="9"/>
            <a:ext cx="7323632" cy="3013844"/>
          </a:xfrm>
          <a:custGeom>
            <a:rect b="b" l="l" r="r" t="t"/>
            <a:pathLst>
              <a:path extrusionOk="0" h="2969304" w="7215401">
                <a:moveTo>
                  <a:pt x="0" y="0"/>
                </a:moveTo>
                <a:lnTo>
                  <a:pt x="677334" y="0"/>
                </a:lnTo>
                <a:lnTo>
                  <a:pt x="1168036" y="0"/>
                </a:lnTo>
                <a:lnTo>
                  <a:pt x="1205499" y="0"/>
                </a:lnTo>
                <a:lnTo>
                  <a:pt x="1647632" y="0"/>
                </a:lnTo>
                <a:lnTo>
                  <a:pt x="7215401" y="0"/>
                </a:lnTo>
                <a:lnTo>
                  <a:pt x="5840224" y="2969304"/>
                </a:lnTo>
                <a:lnTo>
                  <a:pt x="0" y="2969304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descr="The Monarch Butterfly – A Migration in Peril – REP Provisions" id="69" name="Google Shape;69;p14"/>
          <p:cNvPicPr preferRelativeResize="0"/>
          <p:nvPr/>
        </p:nvPicPr>
        <p:blipFill rotWithShape="1">
          <a:blip r:embed="rId4">
            <a:alphaModFix/>
          </a:blip>
          <a:srcRect b="0" l="0" r="1468" t="0"/>
          <a:stretch/>
        </p:blipFill>
        <p:spPr>
          <a:xfrm>
            <a:off x="5460850" y="0"/>
            <a:ext cx="6734013" cy="4060170"/>
          </a:xfrm>
          <a:custGeom>
            <a:rect b="b" l="l" r="r" t="t"/>
            <a:pathLst>
              <a:path extrusionOk="0" h="3750734" w="6569769">
                <a:moveTo>
                  <a:pt x="1738471" y="0"/>
                </a:moveTo>
                <a:lnTo>
                  <a:pt x="6569769" y="0"/>
                </a:lnTo>
                <a:lnTo>
                  <a:pt x="6569769" y="3750734"/>
                </a:lnTo>
                <a:lnTo>
                  <a:pt x="0" y="3750734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descr="Whales on the move - mapping threats and solutions for our ocean giants —  WWF Protecting Whales &amp; Dolphins Initiative" id="70" name="Google Shape;70;p14"/>
          <p:cNvPicPr preferRelativeResize="0"/>
          <p:nvPr/>
        </p:nvPicPr>
        <p:blipFill rotWithShape="1">
          <a:blip r:embed="rId5">
            <a:alphaModFix/>
          </a:blip>
          <a:srcRect b="25840" l="0" r="0" t="21934"/>
          <a:stretch/>
        </p:blipFill>
        <p:spPr>
          <a:xfrm>
            <a:off x="4060575" y="3109448"/>
            <a:ext cx="8130141" cy="3742334"/>
          </a:xfrm>
          <a:custGeom>
            <a:rect b="b" l="l" r="r" t="t"/>
            <a:pathLst>
              <a:path extrusionOk="0" h="2970106" w="8009991">
                <a:moveTo>
                  <a:pt x="1376648" y="0"/>
                </a:moveTo>
                <a:lnTo>
                  <a:pt x="8009991" y="0"/>
                </a:lnTo>
                <a:lnTo>
                  <a:pt x="8009991" y="2970106"/>
                </a:lnTo>
                <a:lnTo>
                  <a:pt x="0" y="2970106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71" name="Google Shape;71;p14" title="istockphoto-172196536-612x612.jpg"/>
          <p:cNvPicPr preferRelativeResize="0"/>
          <p:nvPr/>
        </p:nvPicPr>
        <p:blipFill rotWithShape="1">
          <a:blip r:embed="rId6">
            <a:alphaModFix/>
          </a:blip>
          <a:srcRect b="4694" l="0" r="0" t="4685"/>
          <a:stretch/>
        </p:blipFill>
        <p:spPr>
          <a:xfrm>
            <a:off x="1" y="3011900"/>
            <a:ext cx="6364792" cy="3845324"/>
          </a:xfrm>
          <a:custGeom>
            <a:rect b="b" l="l" r="r" t="t"/>
            <a:pathLst>
              <a:path extrusionOk="0" h="3751536" w="6209553">
                <a:moveTo>
                  <a:pt x="0" y="0"/>
                </a:moveTo>
                <a:lnTo>
                  <a:pt x="5776701" y="0"/>
                </a:lnTo>
                <a:lnTo>
                  <a:pt x="4041567" y="3746529"/>
                </a:lnTo>
                <a:lnTo>
                  <a:pt x="6209553" y="3746529"/>
                </a:lnTo>
                <a:lnTo>
                  <a:pt x="6209553" y="3746530"/>
                </a:lnTo>
                <a:lnTo>
                  <a:pt x="1647632" y="3746530"/>
                </a:lnTo>
                <a:lnTo>
                  <a:pt x="1647632" y="3751536"/>
                </a:lnTo>
                <a:lnTo>
                  <a:pt x="0" y="3751536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72" name="Google Shape;72;p14"/>
          <p:cNvSpPr txBox="1"/>
          <p:nvPr/>
        </p:nvSpPr>
        <p:spPr>
          <a:xfrm>
            <a:off x="7592678" y="6115475"/>
            <a:ext cx="4399800" cy="289500"/>
          </a:xfrm>
          <a:prstGeom prst="rect">
            <a:avLst/>
          </a:prstGeom>
          <a:solidFill>
            <a:schemeClr val="dk1">
              <a:alpha val="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Jared Stabach and Wenjing Xu</a:t>
            </a:r>
            <a:br>
              <a:rPr lang="en-US" sz="1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 Fudan University | August 4 - 10</a:t>
            </a:r>
            <a:r>
              <a:rPr lang="en-US" sz="1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0" lang="en-US" sz="18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2025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4"/>
          <p:cNvSpPr/>
          <p:nvPr/>
        </p:nvSpPr>
        <p:spPr>
          <a:xfrm flipH="1">
            <a:off x="125" y="0"/>
            <a:ext cx="8603100" cy="68580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4" name="Google Shape;74;p14"/>
          <p:cNvSpPr/>
          <p:nvPr/>
        </p:nvSpPr>
        <p:spPr>
          <a:xfrm flipH="1">
            <a:off x="125" y="3325"/>
            <a:ext cx="8603100" cy="68580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5" name="Google Shape;75;p14"/>
          <p:cNvSpPr txBox="1"/>
          <p:nvPr/>
        </p:nvSpPr>
        <p:spPr>
          <a:xfrm>
            <a:off x="0" y="2375950"/>
            <a:ext cx="12192000" cy="73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Helvetica Neue"/>
              <a:buNone/>
            </a:pPr>
            <a:r>
              <a:rPr b="1" lang="en-US" sz="40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Movement Metrics</a:t>
            </a:r>
            <a:endParaRPr b="1" i="0" sz="1000" u="none" cap="none" strike="noStrike">
              <a:solidFill>
                <a:schemeClr val="accent1"/>
              </a:solidFill>
            </a:endParaRPr>
          </a:p>
        </p:txBody>
      </p:sp>
      <p:grpSp>
        <p:nvGrpSpPr>
          <p:cNvPr id="76" name="Google Shape;76;p14"/>
          <p:cNvGrpSpPr/>
          <p:nvPr/>
        </p:nvGrpSpPr>
        <p:grpSpPr>
          <a:xfrm>
            <a:off x="280663" y="3579287"/>
            <a:ext cx="5950927" cy="2994563"/>
            <a:chOff x="258050" y="3689912"/>
            <a:chExt cx="5950927" cy="2994563"/>
          </a:xfrm>
        </p:grpSpPr>
        <p:pic>
          <p:nvPicPr>
            <p:cNvPr id="77" name="Google Shape;77;p14"/>
            <p:cNvPicPr preferRelativeResize="0"/>
            <p:nvPr/>
          </p:nvPicPr>
          <p:blipFill rotWithShape="1">
            <a:blip r:embed="rId7">
              <a:alphaModFix/>
            </a:blip>
            <a:srcRect b="33713" l="10352" r="7941" t="30074"/>
            <a:stretch/>
          </p:blipFill>
          <p:spPr>
            <a:xfrm>
              <a:off x="258050" y="5572950"/>
              <a:ext cx="3923568" cy="83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" name="Google Shape;78;p14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471375" y="3739789"/>
              <a:ext cx="1452882" cy="14053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" name="Google Shape;79;p14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2254667" y="3692675"/>
              <a:ext cx="1452883" cy="14076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14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3804575" y="3689912"/>
              <a:ext cx="2404402" cy="1586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14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4353700" y="5276800"/>
              <a:ext cx="1407675" cy="14076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5"/>
          <p:cNvSpPr/>
          <p:nvPr/>
        </p:nvSpPr>
        <p:spPr>
          <a:xfrm>
            <a:off x="609869" y="4013583"/>
            <a:ext cx="4339988" cy="1665027"/>
          </a:xfrm>
          <a:custGeom>
            <a:rect b="b" l="l" r="r" t="t"/>
            <a:pathLst>
              <a:path extrusionOk="0" h="3193576" w="5527535">
                <a:moveTo>
                  <a:pt x="95535" y="2483893"/>
                </a:moveTo>
                <a:cubicBezTo>
                  <a:pt x="72789" y="2470245"/>
                  <a:pt x="44559" y="2463090"/>
                  <a:pt x="27296" y="2442949"/>
                </a:cubicBezTo>
                <a:cubicBezTo>
                  <a:pt x="15089" y="2428708"/>
                  <a:pt x="17003" y="2406812"/>
                  <a:pt x="13648" y="2388358"/>
                </a:cubicBezTo>
                <a:cubicBezTo>
                  <a:pt x="7894" y="2356709"/>
                  <a:pt x="4549" y="2324669"/>
                  <a:pt x="0" y="2292824"/>
                </a:cubicBezTo>
                <a:cubicBezTo>
                  <a:pt x="9099" y="2265528"/>
                  <a:pt x="15390" y="2237130"/>
                  <a:pt x="27296" y="2210937"/>
                </a:cubicBezTo>
                <a:cubicBezTo>
                  <a:pt x="50037" y="2160907"/>
                  <a:pt x="79986" y="2122383"/>
                  <a:pt x="122830" y="2088108"/>
                </a:cubicBezTo>
                <a:cubicBezTo>
                  <a:pt x="148447" y="2067615"/>
                  <a:pt x="179100" y="2054010"/>
                  <a:pt x="204717" y="2033517"/>
                </a:cubicBezTo>
                <a:cubicBezTo>
                  <a:pt x="224812" y="2017441"/>
                  <a:pt x="239769" y="1995674"/>
                  <a:pt x="259308" y="1978926"/>
                </a:cubicBezTo>
                <a:cubicBezTo>
                  <a:pt x="390907" y="1866126"/>
                  <a:pt x="344494" y="1886839"/>
                  <a:pt x="436729" y="1856096"/>
                </a:cubicBezTo>
                <a:cubicBezTo>
                  <a:pt x="445827" y="1869744"/>
                  <a:pt x="454490" y="1883692"/>
                  <a:pt x="464024" y="1897039"/>
                </a:cubicBezTo>
                <a:cubicBezTo>
                  <a:pt x="477245" y="1915548"/>
                  <a:pt x="492912" y="1932341"/>
                  <a:pt x="504967" y="1951630"/>
                </a:cubicBezTo>
                <a:cubicBezTo>
                  <a:pt x="539482" y="2006854"/>
                  <a:pt x="525274" y="1995571"/>
                  <a:pt x="545911" y="2047164"/>
                </a:cubicBezTo>
                <a:cubicBezTo>
                  <a:pt x="627638" y="2251482"/>
                  <a:pt x="546025" y="2040599"/>
                  <a:pt x="627797" y="2224585"/>
                </a:cubicBezTo>
                <a:cubicBezTo>
                  <a:pt x="633640" y="2237731"/>
                  <a:pt x="635011" y="2252661"/>
                  <a:pt x="641445" y="2265528"/>
                </a:cubicBezTo>
                <a:cubicBezTo>
                  <a:pt x="653308" y="2289254"/>
                  <a:pt x="670525" y="2310041"/>
                  <a:pt x="682388" y="2333767"/>
                </a:cubicBezTo>
                <a:cubicBezTo>
                  <a:pt x="692177" y="2353346"/>
                  <a:pt x="705311" y="2411811"/>
                  <a:pt x="709684" y="2429302"/>
                </a:cubicBezTo>
                <a:cubicBezTo>
                  <a:pt x="604355" y="2455633"/>
                  <a:pt x="671053" y="2454176"/>
                  <a:pt x="532263" y="2347415"/>
                </a:cubicBezTo>
                <a:cubicBezTo>
                  <a:pt x="472305" y="2301294"/>
                  <a:pt x="334308" y="2204008"/>
                  <a:pt x="313899" y="2169994"/>
                </a:cubicBezTo>
                <a:cubicBezTo>
                  <a:pt x="261252" y="2082250"/>
                  <a:pt x="288871" y="2122976"/>
                  <a:pt x="232012" y="2047164"/>
                </a:cubicBezTo>
                <a:cubicBezTo>
                  <a:pt x="227463" y="2033516"/>
                  <a:pt x="224031" y="2019444"/>
                  <a:pt x="218364" y="2006221"/>
                </a:cubicBezTo>
                <a:cubicBezTo>
                  <a:pt x="192770" y="1946502"/>
                  <a:pt x="139274" y="1891502"/>
                  <a:pt x="204717" y="1815152"/>
                </a:cubicBezTo>
                <a:cubicBezTo>
                  <a:pt x="239370" y="1774723"/>
                  <a:pt x="304800" y="1778758"/>
                  <a:pt x="354842" y="1760561"/>
                </a:cubicBezTo>
                <a:cubicBezTo>
                  <a:pt x="332096" y="1737815"/>
                  <a:pt x="310812" y="1713506"/>
                  <a:pt x="286603" y="1692323"/>
                </a:cubicBezTo>
                <a:cubicBezTo>
                  <a:pt x="231752" y="1644329"/>
                  <a:pt x="254727" y="1688383"/>
                  <a:pt x="204717" y="1624084"/>
                </a:cubicBezTo>
                <a:cubicBezTo>
                  <a:pt x="184577" y="1598189"/>
                  <a:pt x="150126" y="1542197"/>
                  <a:pt x="150126" y="1542197"/>
                </a:cubicBezTo>
                <a:cubicBezTo>
                  <a:pt x="154675" y="1514902"/>
                  <a:pt x="150522" y="1484604"/>
                  <a:pt x="163773" y="1460311"/>
                </a:cubicBezTo>
                <a:cubicBezTo>
                  <a:pt x="179177" y="1432071"/>
                  <a:pt x="206277" y="1411373"/>
                  <a:pt x="232012" y="1392072"/>
                </a:cubicBezTo>
                <a:cubicBezTo>
                  <a:pt x="269697" y="1363808"/>
                  <a:pt x="346340" y="1325399"/>
                  <a:pt x="395785" y="1310185"/>
                </a:cubicBezTo>
                <a:cubicBezTo>
                  <a:pt x="431640" y="1299153"/>
                  <a:pt x="468573" y="1291988"/>
                  <a:pt x="504967" y="1282890"/>
                </a:cubicBezTo>
                <a:cubicBezTo>
                  <a:pt x="588056" y="1287263"/>
                  <a:pt x="936518" y="1259503"/>
                  <a:pt x="1105469" y="1337481"/>
                </a:cubicBezTo>
                <a:cubicBezTo>
                  <a:pt x="1138770" y="1352851"/>
                  <a:pt x="1170956" y="1371039"/>
                  <a:pt x="1201003" y="1392072"/>
                </a:cubicBezTo>
                <a:cubicBezTo>
                  <a:pt x="1231016" y="1413081"/>
                  <a:pt x="1262202" y="1460022"/>
                  <a:pt x="1282890" y="1487606"/>
                </a:cubicBezTo>
                <a:cubicBezTo>
                  <a:pt x="1278341" y="1537648"/>
                  <a:pt x="1279771" y="1588598"/>
                  <a:pt x="1269242" y="1637731"/>
                </a:cubicBezTo>
                <a:cubicBezTo>
                  <a:pt x="1265805" y="1653770"/>
                  <a:pt x="1251788" y="1665553"/>
                  <a:pt x="1241946" y="1678675"/>
                </a:cubicBezTo>
                <a:cubicBezTo>
                  <a:pt x="1224468" y="1701979"/>
                  <a:pt x="1209472" y="1727957"/>
                  <a:pt x="1187355" y="1746914"/>
                </a:cubicBezTo>
                <a:cubicBezTo>
                  <a:pt x="1176432" y="1756276"/>
                  <a:pt x="1159882" y="1755510"/>
                  <a:pt x="1146412" y="1760561"/>
                </a:cubicBezTo>
                <a:cubicBezTo>
                  <a:pt x="1123473" y="1769163"/>
                  <a:pt x="1100919" y="1778758"/>
                  <a:pt x="1078173" y="1787857"/>
                </a:cubicBezTo>
                <a:cubicBezTo>
                  <a:pt x="1137756" y="1847440"/>
                  <a:pt x="1134352" y="1840017"/>
                  <a:pt x="1187355" y="1910687"/>
                </a:cubicBezTo>
                <a:cubicBezTo>
                  <a:pt x="1197197" y="1923809"/>
                  <a:pt x="1206513" y="1937389"/>
                  <a:pt x="1214651" y="1951630"/>
                </a:cubicBezTo>
                <a:cubicBezTo>
                  <a:pt x="1224745" y="1969294"/>
                  <a:pt x="1229739" y="1989945"/>
                  <a:pt x="1241946" y="2006221"/>
                </a:cubicBezTo>
                <a:cubicBezTo>
                  <a:pt x="1257387" y="2026809"/>
                  <a:pt x="1278341" y="2042615"/>
                  <a:pt x="1296538" y="2060812"/>
                </a:cubicBezTo>
                <a:cubicBezTo>
                  <a:pt x="1334640" y="2137017"/>
                  <a:pt x="1340337" y="2162798"/>
                  <a:pt x="1433015" y="2224585"/>
                </a:cubicBezTo>
                <a:cubicBezTo>
                  <a:pt x="1446663" y="2233684"/>
                  <a:pt x="1458882" y="2245420"/>
                  <a:pt x="1473958" y="2251881"/>
                </a:cubicBezTo>
                <a:cubicBezTo>
                  <a:pt x="1491198" y="2259270"/>
                  <a:pt x="1510352" y="2260979"/>
                  <a:pt x="1528549" y="2265528"/>
                </a:cubicBezTo>
                <a:cubicBezTo>
                  <a:pt x="1577470" y="2232915"/>
                  <a:pt x="1594742" y="2225268"/>
                  <a:pt x="1637732" y="2169994"/>
                </a:cubicBezTo>
                <a:cubicBezTo>
                  <a:pt x="1650222" y="2153935"/>
                  <a:pt x="1656764" y="2133994"/>
                  <a:pt x="1665027" y="2115403"/>
                </a:cubicBezTo>
                <a:cubicBezTo>
                  <a:pt x="1686790" y="2066436"/>
                  <a:pt x="1690963" y="2051246"/>
                  <a:pt x="1705970" y="2006221"/>
                </a:cubicBezTo>
                <a:cubicBezTo>
                  <a:pt x="1701421" y="1951630"/>
                  <a:pt x="1711824" y="1893639"/>
                  <a:pt x="1692323" y="1842448"/>
                </a:cubicBezTo>
                <a:cubicBezTo>
                  <a:pt x="1656634" y="1748766"/>
                  <a:pt x="1596948" y="1711494"/>
                  <a:pt x="1514902" y="1678675"/>
                </a:cubicBezTo>
                <a:cubicBezTo>
                  <a:pt x="1497487" y="1671709"/>
                  <a:pt x="1478508" y="1669576"/>
                  <a:pt x="1460311" y="1665027"/>
                </a:cubicBezTo>
                <a:cubicBezTo>
                  <a:pt x="1392072" y="1674126"/>
                  <a:pt x="1320904" y="1670553"/>
                  <a:pt x="1255594" y="1692323"/>
                </a:cubicBezTo>
                <a:cubicBezTo>
                  <a:pt x="1162005" y="1723519"/>
                  <a:pt x="1131846" y="1775356"/>
                  <a:pt x="1078173" y="1842448"/>
                </a:cubicBezTo>
                <a:cubicBezTo>
                  <a:pt x="1069075" y="1869743"/>
                  <a:pt x="1050878" y="1895562"/>
                  <a:pt x="1050878" y="1924334"/>
                </a:cubicBezTo>
                <a:cubicBezTo>
                  <a:pt x="1050878" y="2024830"/>
                  <a:pt x="1063445" y="2125174"/>
                  <a:pt x="1078173" y="2224585"/>
                </a:cubicBezTo>
                <a:cubicBezTo>
                  <a:pt x="1081097" y="2244323"/>
                  <a:pt x="1121027" y="2326876"/>
                  <a:pt x="1132764" y="2347415"/>
                </a:cubicBezTo>
                <a:cubicBezTo>
                  <a:pt x="1159086" y="2393478"/>
                  <a:pt x="1182819" y="2441450"/>
                  <a:pt x="1214651" y="2483893"/>
                </a:cubicBezTo>
                <a:cubicBezTo>
                  <a:pt x="1228299" y="2502090"/>
                  <a:pt x="1243539" y="2519195"/>
                  <a:pt x="1255594" y="2538484"/>
                </a:cubicBezTo>
                <a:cubicBezTo>
                  <a:pt x="1279687" y="2577033"/>
                  <a:pt x="1283270" y="2594216"/>
                  <a:pt x="1296538" y="2634018"/>
                </a:cubicBezTo>
                <a:cubicBezTo>
                  <a:pt x="1273792" y="2643117"/>
                  <a:pt x="1252755" y="2659875"/>
                  <a:pt x="1228299" y="2661314"/>
                </a:cubicBezTo>
                <a:cubicBezTo>
                  <a:pt x="1194818" y="2663284"/>
                  <a:pt x="990118" y="2639398"/>
                  <a:pt x="941696" y="2634018"/>
                </a:cubicBezTo>
                <a:cubicBezTo>
                  <a:pt x="909851" y="2624920"/>
                  <a:pt x="878291" y="2614756"/>
                  <a:pt x="846161" y="2606723"/>
                </a:cubicBezTo>
                <a:cubicBezTo>
                  <a:pt x="781495" y="2590557"/>
                  <a:pt x="719767" y="2578714"/>
                  <a:pt x="655093" y="2565779"/>
                </a:cubicBezTo>
                <a:cubicBezTo>
                  <a:pt x="627797" y="2547582"/>
                  <a:pt x="598823" y="2531681"/>
                  <a:pt x="573206" y="2511188"/>
                </a:cubicBezTo>
                <a:cubicBezTo>
                  <a:pt x="525928" y="2473365"/>
                  <a:pt x="520837" y="2459929"/>
                  <a:pt x="491320" y="2415654"/>
                </a:cubicBezTo>
                <a:cubicBezTo>
                  <a:pt x="498333" y="2338510"/>
                  <a:pt x="485927" y="2272718"/>
                  <a:pt x="532263" y="2210937"/>
                </a:cubicBezTo>
                <a:cubicBezTo>
                  <a:pt x="547704" y="2190349"/>
                  <a:pt x="567620" y="2173443"/>
                  <a:pt x="586854" y="2156346"/>
                </a:cubicBezTo>
                <a:cubicBezTo>
                  <a:pt x="608626" y="2136993"/>
                  <a:pt x="630518" y="2117394"/>
                  <a:pt x="655093" y="2101755"/>
                </a:cubicBezTo>
                <a:cubicBezTo>
                  <a:pt x="707202" y="2068595"/>
                  <a:pt x="790610" y="2039475"/>
                  <a:pt x="846161" y="2019869"/>
                </a:cubicBezTo>
                <a:cubicBezTo>
                  <a:pt x="886859" y="2005505"/>
                  <a:pt x="927407" y="1990477"/>
                  <a:pt x="968991" y="1978926"/>
                </a:cubicBezTo>
                <a:cubicBezTo>
                  <a:pt x="1043916" y="1958114"/>
                  <a:pt x="1099879" y="1950287"/>
                  <a:pt x="1173708" y="1937982"/>
                </a:cubicBezTo>
                <a:cubicBezTo>
                  <a:pt x="1237397" y="1947081"/>
                  <a:pt x="1304108" y="1943866"/>
                  <a:pt x="1364776" y="1965278"/>
                </a:cubicBezTo>
                <a:cubicBezTo>
                  <a:pt x="1386226" y="1972848"/>
                  <a:pt x="1393508" y="2000679"/>
                  <a:pt x="1405720" y="2019869"/>
                </a:cubicBezTo>
                <a:cubicBezTo>
                  <a:pt x="1425411" y="2050812"/>
                  <a:pt x="1438993" y="2085558"/>
                  <a:pt x="1460311" y="2115403"/>
                </a:cubicBezTo>
                <a:cubicBezTo>
                  <a:pt x="1484689" y="2149532"/>
                  <a:pt x="1517032" y="2177384"/>
                  <a:pt x="1542197" y="2210937"/>
                </a:cubicBezTo>
                <a:cubicBezTo>
                  <a:pt x="1558113" y="2232158"/>
                  <a:pt x="1568427" y="2257104"/>
                  <a:pt x="1583141" y="2279176"/>
                </a:cubicBezTo>
                <a:cubicBezTo>
                  <a:pt x="1604849" y="2311738"/>
                  <a:pt x="1630217" y="2341792"/>
                  <a:pt x="1651379" y="2374711"/>
                </a:cubicBezTo>
                <a:cubicBezTo>
                  <a:pt x="1671212" y="2405563"/>
                  <a:pt x="1686279" y="2439302"/>
                  <a:pt x="1705970" y="2470245"/>
                </a:cubicBezTo>
                <a:cubicBezTo>
                  <a:pt x="1718182" y="2489435"/>
                  <a:pt x="1733870" y="2506201"/>
                  <a:pt x="1746914" y="2524836"/>
                </a:cubicBezTo>
                <a:cubicBezTo>
                  <a:pt x="1765727" y="2551711"/>
                  <a:pt x="1781365" y="2580828"/>
                  <a:pt x="1801505" y="2606723"/>
                </a:cubicBezTo>
                <a:cubicBezTo>
                  <a:pt x="1833366" y="2647688"/>
                  <a:pt x="1843963" y="2646798"/>
                  <a:pt x="1883391" y="2674961"/>
                </a:cubicBezTo>
                <a:cubicBezTo>
                  <a:pt x="1901900" y="2688182"/>
                  <a:pt x="1917196" y="2706667"/>
                  <a:pt x="1937982" y="2715905"/>
                </a:cubicBezTo>
                <a:cubicBezTo>
                  <a:pt x="1959179" y="2725326"/>
                  <a:pt x="1983475" y="2725003"/>
                  <a:pt x="2006221" y="2729552"/>
                </a:cubicBezTo>
                <a:cubicBezTo>
                  <a:pt x="2065361" y="2720454"/>
                  <a:pt x="2125089" y="2714584"/>
                  <a:pt x="2183642" y="2702257"/>
                </a:cubicBezTo>
                <a:cubicBezTo>
                  <a:pt x="2239291" y="2690541"/>
                  <a:pt x="2310255" y="2654341"/>
                  <a:pt x="2361063" y="2634018"/>
                </a:cubicBezTo>
                <a:cubicBezTo>
                  <a:pt x="2479067" y="2586817"/>
                  <a:pt x="2460579" y="2606113"/>
                  <a:pt x="2565779" y="2538484"/>
                </a:cubicBezTo>
                <a:cubicBezTo>
                  <a:pt x="2611953" y="2508801"/>
                  <a:pt x="2695733" y="2450856"/>
                  <a:pt x="2729552" y="2402006"/>
                </a:cubicBezTo>
                <a:cubicBezTo>
                  <a:pt x="2752713" y="2368551"/>
                  <a:pt x="2765947" y="2329218"/>
                  <a:pt x="2784144" y="2292824"/>
                </a:cubicBezTo>
                <a:cubicBezTo>
                  <a:pt x="2779595" y="2256430"/>
                  <a:pt x="2782095" y="2218437"/>
                  <a:pt x="2770496" y="2183642"/>
                </a:cubicBezTo>
                <a:cubicBezTo>
                  <a:pt x="2763303" y="2162063"/>
                  <a:pt x="2742773" y="2147560"/>
                  <a:pt x="2729552" y="2129051"/>
                </a:cubicBezTo>
                <a:cubicBezTo>
                  <a:pt x="2679588" y="2059102"/>
                  <a:pt x="2708264" y="2073415"/>
                  <a:pt x="2593075" y="2006221"/>
                </a:cubicBezTo>
                <a:cubicBezTo>
                  <a:pt x="2576873" y="1996770"/>
                  <a:pt x="2556681" y="1997122"/>
                  <a:pt x="2538484" y="1992573"/>
                </a:cubicBezTo>
                <a:cubicBezTo>
                  <a:pt x="2502090" y="2006221"/>
                  <a:pt x="2461145" y="2011227"/>
                  <a:pt x="2429302" y="2033517"/>
                </a:cubicBezTo>
                <a:cubicBezTo>
                  <a:pt x="2412635" y="2045184"/>
                  <a:pt x="2414715" y="2072221"/>
                  <a:pt x="2402006" y="2088108"/>
                </a:cubicBezTo>
                <a:cubicBezTo>
                  <a:pt x="2377892" y="2118251"/>
                  <a:pt x="2347415" y="2142699"/>
                  <a:pt x="2320120" y="2169994"/>
                </a:cubicBezTo>
                <a:cubicBezTo>
                  <a:pt x="2311021" y="2197290"/>
                  <a:pt x="2299802" y="2223968"/>
                  <a:pt x="2292824" y="2251881"/>
                </a:cubicBezTo>
                <a:cubicBezTo>
                  <a:pt x="2264231" y="2366250"/>
                  <a:pt x="2281972" y="2431028"/>
                  <a:pt x="2306472" y="2565779"/>
                </a:cubicBezTo>
                <a:cubicBezTo>
                  <a:pt x="2310854" y="2589882"/>
                  <a:pt x="2318726" y="2614680"/>
                  <a:pt x="2333767" y="2634018"/>
                </a:cubicBezTo>
                <a:cubicBezTo>
                  <a:pt x="2377708" y="2690514"/>
                  <a:pt x="2447438" y="2708303"/>
                  <a:pt x="2511188" y="2729552"/>
                </a:cubicBezTo>
                <a:cubicBezTo>
                  <a:pt x="2552131" y="2725003"/>
                  <a:pt x="2593184" y="2721349"/>
                  <a:pt x="2634018" y="2715905"/>
                </a:cubicBezTo>
                <a:cubicBezTo>
                  <a:pt x="2661447" y="2712248"/>
                  <a:pt x="2690921" y="2714154"/>
                  <a:pt x="2715905" y="2702257"/>
                </a:cubicBezTo>
                <a:cubicBezTo>
                  <a:pt x="2806633" y="2659053"/>
                  <a:pt x="2921577" y="2596821"/>
                  <a:pt x="2988860" y="2511188"/>
                </a:cubicBezTo>
                <a:cubicBezTo>
                  <a:pt x="3019261" y="2472495"/>
                  <a:pt x="3045797" y="2430772"/>
                  <a:pt x="3070746" y="2388358"/>
                </a:cubicBezTo>
                <a:cubicBezTo>
                  <a:pt x="3091377" y="2353286"/>
                  <a:pt x="3107141" y="2315570"/>
                  <a:pt x="3125338" y="2279176"/>
                </a:cubicBezTo>
                <a:cubicBezTo>
                  <a:pt x="3134565" y="2233038"/>
                  <a:pt x="3154469" y="2142144"/>
                  <a:pt x="3152633" y="2101755"/>
                </a:cubicBezTo>
                <a:cubicBezTo>
                  <a:pt x="3149712" y="2037485"/>
                  <a:pt x="3136847" y="1973985"/>
                  <a:pt x="3125338" y="1910687"/>
                </a:cubicBezTo>
                <a:cubicBezTo>
                  <a:pt x="3118627" y="1873778"/>
                  <a:pt x="3112471" y="1836133"/>
                  <a:pt x="3098042" y="1801505"/>
                </a:cubicBezTo>
                <a:cubicBezTo>
                  <a:pt x="3086423" y="1773620"/>
                  <a:pt x="3022537" y="1709491"/>
                  <a:pt x="3002508" y="1692323"/>
                </a:cubicBezTo>
                <a:cubicBezTo>
                  <a:pt x="2943150" y="1641444"/>
                  <a:pt x="2871442" y="1579022"/>
                  <a:pt x="2797791" y="1542197"/>
                </a:cubicBezTo>
                <a:cubicBezTo>
                  <a:pt x="2775879" y="1531241"/>
                  <a:pt x="2751939" y="1524852"/>
                  <a:pt x="2729552" y="1514902"/>
                </a:cubicBezTo>
                <a:cubicBezTo>
                  <a:pt x="2710961" y="1506639"/>
                  <a:pt x="2694406" y="1493589"/>
                  <a:pt x="2674961" y="1487606"/>
                </a:cubicBezTo>
                <a:cubicBezTo>
                  <a:pt x="2634874" y="1475271"/>
                  <a:pt x="2592821" y="1470483"/>
                  <a:pt x="2552132" y="1460311"/>
                </a:cubicBezTo>
                <a:cubicBezTo>
                  <a:pt x="2520002" y="1452278"/>
                  <a:pt x="2488868" y="1440462"/>
                  <a:pt x="2456597" y="1433015"/>
                </a:cubicBezTo>
                <a:cubicBezTo>
                  <a:pt x="2429634" y="1426793"/>
                  <a:pt x="2401557" y="1426078"/>
                  <a:pt x="2374711" y="1419367"/>
                </a:cubicBezTo>
                <a:cubicBezTo>
                  <a:pt x="2083711" y="1346617"/>
                  <a:pt x="2285175" y="1377468"/>
                  <a:pt x="2074460" y="1351128"/>
                </a:cubicBezTo>
                <a:cubicBezTo>
                  <a:pt x="2047164" y="1342030"/>
                  <a:pt x="2020132" y="1332101"/>
                  <a:pt x="1992573" y="1323833"/>
                </a:cubicBezTo>
                <a:cubicBezTo>
                  <a:pt x="1974607" y="1318443"/>
                  <a:pt x="1955058" y="1317947"/>
                  <a:pt x="1937982" y="1310185"/>
                </a:cubicBezTo>
                <a:cubicBezTo>
                  <a:pt x="1872504" y="1280422"/>
                  <a:pt x="1827130" y="1247309"/>
                  <a:pt x="1774209" y="1201003"/>
                </a:cubicBezTo>
                <a:cubicBezTo>
                  <a:pt x="1759684" y="1188293"/>
                  <a:pt x="1745622" y="1174887"/>
                  <a:pt x="1733266" y="1160060"/>
                </a:cubicBezTo>
                <a:cubicBezTo>
                  <a:pt x="1700060" y="1120213"/>
                  <a:pt x="1637732" y="1037230"/>
                  <a:pt x="1637732" y="1037230"/>
                </a:cubicBezTo>
                <a:cubicBezTo>
                  <a:pt x="1624729" y="972218"/>
                  <a:pt x="1608813" y="930041"/>
                  <a:pt x="1637732" y="859809"/>
                </a:cubicBezTo>
                <a:cubicBezTo>
                  <a:pt x="1656468" y="814308"/>
                  <a:pt x="1690094" y="776345"/>
                  <a:pt x="1719618" y="736979"/>
                </a:cubicBezTo>
                <a:cubicBezTo>
                  <a:pt x="1733266" y="718782"/>
                  <a:pt x="1744477" y="698472"/>
                  <a:pt x="1760561" y="682388"/>
                </a:cubicBezTo>
                <a:cubicBezTo>
                  <a:pt x="1811943" y="631006"/>
                  <a:pt x="1925513" y="585076"/>
                  <a:pt x="1978926" y="573206"/>
                </a:cubicBezTo>
                <a:cubicBezTo>
                  <a:pt x="2019869" y="564108"/>
                  <a:pt x="2060384" y="552806"/>
                  <a:pt x="2101755" y="545911"/>
                </a:cubicBezTo>
                <a:cubicBezTo>
                  <a:pt x="2142390" y="539139"/>
                  <a:pt x="2184078" y="539764"/>
                  <a:pt x="2224585" y="532263"/>
                </a:cubicBezTo>
                <a:cubicBezTo>
                  <a:pt x="2307067" y="516989"/>
                  <a:pt x="2387009" y="488077"/>
                  <a:pt x="2470245" y="477672"/>
                </a:cubicBezTo>
                <a:cubicBezTo>
                  <a:pt x="2506639" y="473123"/>
                  <a:pt x="2543176" y="469601"/>
                  <a:pt x="2579427" y="464024"/>
                </a:cubicBezTo>
                <a:cubicBezTo>
                  <a:pt x="2624476" y="457093"/>
                  <a:pt x="2658786" y="447596"/>
                  <a:pt x="2702257" y="436728"/>
                </a:cubicBezTo>
                <a:cubicBezTo>
                  <a:pt x="2748296" y="406036"/>
                  <a:pt x="2760072" y="412124"/>
                  <a:pt x="2756848" y="341194"/>
                </a:cubicBezTo>
                <a:cubicBezTo>
                  <a:pt x="2748705" y="162059"/>
                  <a:pt x="2769903" y="149435"/>
                  <a:pt x="2688609" y="54591"/>
                </a:cubicBezTo>
                <a:cubicBezTo>
                  <a:pt x="2676048" y="39937"/>
                  <a:pt x="2663725" y="24354"/>
                  <a:pt x="2647666" y="13648"/>
                </a:cubicBezTo>
                <a:cubicBezTo>
                  <a:pt x="2635696" y="5668"/>
                  <a:pt x="2620371" y="4549"/>
                  <a:pt x="2606723" y="0"/>
                </a:cubicBezTo>
                <a:cubicBezTo>
                  <a:pt x="2541618" y="9301"/>
                  <a:pt x="2504213" y="-4852"/>
                  <a:pt x="2470245" y="54591"/>
                </a:cubicBezTo>
                <a:cubicBezTo>
                  <a:pt x="2460939" y="70877"/>
                  <a:pt x="2461146" y="90985"/>
                  <a:pt x="2456597" y="109182"/>
                </a:cubicBezTo>
                <a:cubicBezTo>
                  <a:pt x="2509560" y="241587"/>
                  <a:pt x="2449648" y="117794"/>
                  <a:pt x="2538484" y="232012"/>
                </a:cubicBezTo>
                <a:cubicBezTo>
                  <a:pt x="2554770" y="252951"/>
                  <a:pt x="2562445" y="279873"/>
                  <a:pt x="2579427" y="300251"/>
                </a:cubicBezTo>
                <a:cubicBezTo>
                  <a:pt x="2663552" y="401201"/>
                  <a:pt x="2645870" y="373056"/>
                  <a:pt x="2715905" y="423081"/>
                </a:cubicBezTo>
                <a:cubicBezTo>
                  <a:pt x="2798583" y="482137"/>
                  <a:pt x="2739587" y="448569"/>
                  <a:pt x="2825087" y="491320"/>
                </a:cubicBezTo>
                <a:cubicBezTo>
                  <a:pt x="2834185" y="509517"/>
                  <a:pt x="2852382" y="525566"/>
                  <a:pt x="2852382" y="545911"/>
                </a:cubicBezTo>
                <a:cubicBezTo>
                  <a:pt x="2852382" y="596868"/>
                  <a:pt x="2815085" y="646291"/>
                  <a:pt x="2784144" y="682388"/>
                </a:cubicBezTo>
                <a:cubicBezTo>
                  <a:pt x="2771583" y="697042"/>
                  <a:pt x="2759567" y="713102"/>
                  <a:pt x="2743200" y="723331"/>
                </a:cubicBezTo>
                <a:cubicBezTo>
                  <a:pt x="2708937" y="744745"/>
                  <a:pt x="2659381" y="754522"/>
                  <a:pt x="2620370" y="764275"/>
                </a:cubicBezTo>
                <a:cubicBezTo>
                  <a:pt x="2602173" y="759726"/>
                  <a:pt x="2577787" y="765037"/>
                  <a:pt x="2565779" y="750627"/>
                </a:cubicBezTo>
                <a:cubicBezTo>
                  <a:pt x="2540681" y="720509"/>
                  <a:pt x="2554485" y="644267"/>
                  <a:pt x="2565779" y="614149"/>
                </a:cubicBezTo>
                <a:cubicBezTo>
                  <a:pt x="2583976" y="565624"/>
                  <a:pt x="2597625" y="576239"/>
                  <a:pt x="2634018" y="545911"/>
                </a:cubicBezTo>
                <a:cubicBezTo>
                  <a:pt x="2648845" y="533555"/>
                  <a:pt x="2659255" y="516185"/>
                  <a:pt x="2674961" y="504967"/>
                </a:cubicBezTo>
                <a:cubicBezTo>
                  <a:pt x="2704472" y="483887"/>
                  <a:pt x="2737085" y="475161"/>
                  <a:pt x="2770496" y="464024"/>
                </a:cubicBezTo>
                <a:cubicBezTo>
                  <a:pt x="2784144" y="468573"/>
                  <a:pt x="2798082" y="483015"/>
                  <a:pt x="2811439" y="477672"/>
                </a:cubicBezTo>
                <a:cubicBezTo>
                  <a:pt x="2857797" y="459129"/>
                  <a:pt x="2832813" y="409179"/>
                  <a:pt x="2825087" y="382137"/>
                </a:cubicBezTo>
                <a:cubicBezTo>
                  <a:pt x="2821135" y="368305"/>
                  <a:pt x="2819801" y="352900"/>
                  <a:pt x="2811439" y="341194"/>
                </a:cubicBezTo>
                <a:cubicBezTo>
                  <a:pt x="2796481" y="320253"/>
                  <a:pt x="2779506" y="298804"/>
                  <a:pt x="2756848" y="286603"/>
                </a:cubicBezTo>
                <a:cubicBezTo>
                  <a:pt x="2699793" y="255881"/>
                  <a:pt x="2629157" y="244688"/>
                  <a:pt x="2565779" y="232012"/>
                </a:cubicBezTo>
                <a:cubicBezTo>
                  <a:pt x="2515737" y="236561"/>
                  <a:pt x="2465397" y="238554"/>
                  <a:pt x="2415654" y="245660"/>
                </a:cubicBezTo>
                <a:cubicBezTo>
                  <a:pt x="2385941" y="249905"/>
                  <a:pt x="2356134" y="267964"/>
                  <a:pt x="2333767" y="286603"/>
                </a:cubicBezTo>
                <a:cubicBezTo>
                  <a:pt x="2318940" y="298959"/>
                  <a:pt x="2310087" y="318914"/>
                  <a:pt x="2292824" y="327546"/>
                </a:cubicBezTo>
                <a:cubicBezTo>
                  <a:pt x="2271983" y="337967"/>
                  <a:pt x="2115795" y="354793"/>
                  <a:pt x="2115403" y="354842"/>
                </a:cubicBezTo>
                <a:cubicBezTo>
                  <a:pt x="2124502" y="368490"/>
                  <a:pt x="2131101" y="384187"/>
                  <a:pt x="2142699" y="395785"/>
                </a:cubicBezTo>
                <a:cubicBezTo>
                  <a:pt x="2164150" y="417236"/>
                  <a:pt x="2214144" y="436993"/>
                  <a:pt x="2238233" y="450376"/>
                </a:cubicBezTo>
                <a:cubicBezTo>
                  <a:pt x="2261421" y="463258"/>
                  <a:pt x="2282232" y="480547"/>
                  <a:pt x="2306472" y="491320"/>
                </a:cubicBezTo>
                <a:cubicBezTo>
                  <a:pt x="2323612" y="498938"/>
                  <a:pt x="2343028" y="499814"/>
                  <a:pt x="2361063" y="504967"/>
                </a:cubicBezTo>
                <a:cubicBezTo>
                  <a:pt x="2374895" y="508919"/>
                  <a:pt x="2388358" y="514066"/>
                  <a:pt x="2402006" y="518615"/>
                </a:cubicBezTo>
                <a:cubicBezTo>
                  <a:pt x="2461146" y="514066"/>
                  <a:pt x="2520610" y="512639"/>
                  <a:pt x="2579427" y="504967"/>
                </a:cubicBezTo>
                <a:cubicBezTo>
                  <a:pt x="2644200" y="496518"/>
                  <a:pt x="2707324" y="479817"/>
                  <a:pt x="2770496" y="464024"/>
                </a:cubicBezTo>
                <a:cubicBezTo>
                  <a:pt x="2802341" y="482221"/>
                  <a:pt x="2841663" y="491202"/>
                  <a:pt x="2866030" y="518615"/>
                </a:cubicBezTo>
                <a:cubicBezTo>
                  <a:pt x="2902799" y="559981"/>
                  <a:pt x="2862313" y="649285"/>
                  <a:pt x="2852382" y="682388"/>
                </a:cubicBezTo>
                <a:cubicBezTo>
                  <a:pt x="2848248" y="696167"/>
                  <a:pt x="2847366" y="711822"/>
                  <a:pt x="2838735" y="723331"/>
                </a:cubicBezTo>
                <a:cubicBezTo>
                  <a:pt x="2819434" y="749066"/>
                  <a:pt x="2798819" y="776319"/>
                  <a:pt x="2770496" y="791570"/>
                </a:cubicBezTo>
                <a:cubicBezTo>
                  <a:pt x="2737466" y="809356"/>
                  <a:pt x="2661314" y="818866"/>
                  <a:pt x="2661314" y="818866"/>
                </a:cubicBezTo>
                <a:lnTo>
                  <a:pt x="2565779" y="791570"/>
                </a:lnTo>
                <a:cubicBezTo>
                  <a:pt x="2552000" y="787436"/>
                  <a:pt x="2527657" y="792030"/>
                  <a:pt x="2524836" y="777923"/>
                </a:cubicBezTo>
                <a:cubicBezTo>
                  <a:pt x="2520846" y="757973"/>
                  <a:pt x="2537746" y="737717"/>
                  <a:pt x="2552132" y="723331"/>
                </a:cubicBezTo>
                <a:cubicBezTo>
                  <a:pt x="2566518" y="708945"/>
                  <a:pt x="2587603" y="702989"/>
                  <a:pt x="2606723" y="696036"/>
                </a:cubicBezTo>
                <a:cubicBezTo>
                  <a:pt x="2637848" y="684718"/>
                  <a:pt x="2670535" y="678257"/>
                  <a:pt x="2702257" y="668740"/>
                </a:cubicBezTo>
                <a:cubicBezTo>
                  <a:pt x="2716036" y="664606"/>
                  <a:pt x="2729552" y="659642"/>
                  <a:pt x="2743200" y="655093"/>
                </a:cubicBezTo>
                <a:cubicBezTo>
                  <a:pt x="2734102" y="636896"/>
                  <a:pt x="2733069" y="611425"/>
                  <a:pt x="2715905" y="600502"/>
                </a:cubicBezTo>
                <a:cubicBezTo>
                  <a:pt x="2679494" y="577331"/>
                  <a:pt x="2593075" y="559558"/>
                  <a:pt x="2593075" y="559558"/>
                </a:cubicBezTo>
                <a:cubicBezTo>
                  <a:pt x="2606723" y="536812"/>
                  <a:pt x="2618102" y="512541"/>
                  <a:pt x="2634018" y="491320"/>
                </a:cubicBezTo>
                <a:cubicBezTo>
                  <a:pt x="2652170" y="467117"/>
                  <a:pt x="2705334" y="423272"/>
                  <a:pt x="2729552" y="409433"/>
                </a:cubicBezTo>
                <a:cubicBezTo>
                  <a:pt x="2742043" y="402295"/>
                  <a:pt x="2757273" y="401452"/>
                  <a:pt x="2770496" y="395785"/>
                </a:cubicBezTo>
                <a:cubicBezTo>
                  <a:pt x="2789196" y="387771"/>
                  <a:pt x="2805786" y="374924"/>
                  <a:pt x="2825087" y="368490"/>
                </a:cubicBezTo>
                <a:cubicBezTo>
                  <a:pt x="2860676" y="356627"/>
                  <a:pt x="2934269" y="341194"/>
                  <a:pt x="2934269" y="341194"/>
                </a:cubicBezTo>
                <a:cubicBezTo>
                  <a:pt x="2966114" y="350293"/>
                  <a:pt x="2999053" y="356190"/>
                  <a:pt x="3029803" y="368490"/>
                </a:cubicBezTo>
                <a:cubicBezTo>
                  <a:pt x="3045032" y="374582"/>
                  <a:pt x="3056408" y="387819"/>
                  <a:pt x="3070746" y="395785"/>
                </a:cubicBezTo>
                <a:cubicBezTo>
                  <a:pt x="3097423" y="410605"/>
                  <a:pt x="3125337" y="423080"/>
                  <a:pt x="3152633" y="436728"/>
                </a:cubicBezTo>
                <a:cubicBezTo>
                  <a:pt x="3198126" y="482221"/>
                  <a:pt x="3268767" y="512171"/>
                  <a:pt x="3289111" y="573206"/>
                </a:cubicBezTo>
                <a:lnTo>
                  <a:pt x="3316406" y="655093"/>
                </a:lnTo>
                <a:cubicBezTo>
                  <a:pt x="3311857" y="686938"/>
                  <a:pt x="3314705" y="720760"/>
                  <a:pt x="3302758" y="750627"/>
                </a:cubicBezTo>
                <a:cubicBezTo>
                  <a:pt x="3294612" y="770993"/>
                  <a:pt x="3219648" y="823196"/>
                  <a:pt x="3207224" y="832514"/>
                </a:cubicBezTo>
                <a:cubicBezTo>
                  <a:pt x="3211773" y="855260"/>
                  <a:pt x="3210498" y="880004"/>
                  <a:pt x="3220872" y="900752"/>
                </a:cubicBezTo>
                <a:cubicBezTo>
                  <a:pt x="3237961" y="934931"/>
                  <a:pt x="3275883" y="946596"/>
                  <a:pt x="3302758" y="968991"/>
                </a:cubicBezTo>
                <a:cubicBezTo>
                  <a:pt x="3317586" y="981347"/>
                  <a:pt x="3328875" y="997578"/>
                  <a:pt x="3343702" y="1009934"/>
                </a:cubicBezTo>
                <a:cubicBezTo>
                  <a:pt x="3356303" y="1020435"/>
                  <a:pt x="3372191" y="1026555"/>
                  <a:pt x="3384645" y="1037230"/>
                </a:cubicBezTo>
                <a:cubicBezTo>
                  <a:pt x="3436125" y="1081356"/>
                  <a:pt x="3434336" y="1084471"/>
                  <a:pt x="3466532" y="1132764"/>
                </a:cubicBezTo>
                <a:cubicBezTo>
                  <a:pt x="3476023" y="1161240"/>
                  <a:pt x="3495885" y="1215188"/>
                  <a:pt x="3493827" y="1241946"/>
                </a:cubicBezTo>
                <a:cubicBezTo>
                  <a:pt x="3485385" y="1351693"/>
                  <a:pt x="3452155" y="1359779"/>
                  <a:pt x="3411941" y="1460311"/>
                </a:cubicBezTo>
                <a:cubicBezTo>
                  <a:pt x="3377089" y="1547439"/>
                  <a:pt x="3395601" y="1506637"/>
                  <a:pt x="3357349" y="1583140"/>
                </a:cubicBezTo>
                <a:cubicBezTo>
                  <a:pt x="3352800" y="1605886"/>
                  <a:pt x="3349328" y="1628875"/>
                  <a:pt x="3343702" y="1651379"/>
                </a:cubicBezTo>
                <a:cubicBezTo>
                  <a:pt x="3340213" y="1665336"/>
                  <a:pt x="3330054" y="1677937"/>
                  <a:pt x="3330054" y="1692323"/>
                </a:cubicBezTo>
                <a:cubicBezTo>
                  <a:pt x="3330054" y="1738042"/>
                  <a:pt x="3331142" y="1784840"/>
                  <a:pt x="3343702" y="1828800"/>
                </a:cubicBezTo>
                <a:cubicBezTo>
                  <a:pt x="3349951" y="1850671"/>
                  <a:pt x="3367814" y="1868090"/>
                  <a:pt x="3384645" y="1883391"/>
                </a:cubicBezTo>
                <a:cubicBezTo>
                  <a:pt x="3418307" y="1913993"/>
                  <a:pt x="3455975" y="1940043"/>
                  <a:pt x="3493827" y="1965278"/>
                </a:cubicBezTo>
                <a:cubicBezTo>
                  <a:pt x="3507475" y="1974376"/>
                  <a:pt x="3520099" y="1985238"/>
                  <a:pt x="3534770" y="1992573"/>
                </a:cubicBezTo>
                <a:cubicBezTo>
                  <a:pt x="3547637" y="1999007"/>
                  <a:pt x="3562066" y="2001672"/>
                  <a:pt x="3575714" y="2006221"/>
                </a:cubicBezTo>
                <a:cubicBezTo>
                  <a:pt x="3582574" y="1944478"/>
                  <a:pt x="3603009" y="1770813"/>
                  <a:pt x="3603009" y="1719618"/>
                </a:cubicBezTo>
                <a:cubicBezTo>
                  <a:pt x="3603009" y="1707677"/>
                  <a:pt x="3611167" y="1517569"/>
                  <a:pt x="3575714" y="1446663"/>
                </a:cubicBezTo>
                <a:cubicBezTo>
                  <a:pt x="3568379" y="1431992"/>
                  <a:pt x="3557517" y="1419368"/>
                  <a:pt x="3548418" y="1405720"/>
                </a:cubicBezTo>
                <a:cubicBezTo>
                  <a:pt x="3478733" y="1428947"/>
                  <a:pt x="3493827" y="1410236"/>
                  <a:pt x="3493827" y="1528549"/>
                </a:cubicBezTo>
                <a:cubicBezTo>
                  <a:pt x="3493827" y="1655278"/>
                  <a:pt x="3496361" y="1754519"/>
                  <a:pt x="3534770" y="1869743"/>
                </a:cubicBezTo>
                <a:cubicBezTo>
                  <a:pt x="3543869" y="1897039"/>
                  <a:pt x="3550381" y="1925338"/>
                  <a:pt x="3562066" y="1951630"/>
                </a:cubicBezTo>
                <a:cubicBezTo>
                  <a:pt x="3568728" y="1966619"/>
                  <a:pt x="3582026" y="1977902"/>
                  <a:pt x="3589361" y="1992573"/>
                </a:cubicBezTo>
                <a:cubicBezTo>
                  <a:pt x="3600317" y="2014485"/>
                  <a:pt x="3605701" y="2038900"/>
                  <a:pt x="3616657" y="2060812"/>
                </a:cubicBezTo>
                <a:cubicBezTo>
                  <a:pt x="3669569" y="2166636"/>
                  <a:pt x="3623296" y="2039787"/>
                  <a:pt x="3657600" y="2142699"/>
                </a:cubicBezTo>
                <a:cubicBezTo>
                  <a:pt x="3579185" y="2194975"/>
                  <a:pt x="3628255" y="2158396"/>
                  <a:pt x="3521123" y="2265528"/>
                </a:cubicBezTo>
                <a:cubicBezTo>
                  <a:pt x="3490939" y="2295712"/>
                  <a:pt x="3471885" y="2309412"/>
                  <a:pt x="3452884" y="2347415"/>
                </a:cubicBezTo>
                <a:cubicBezTo>
                  <a:pt x="3446450" y="2360282"/>
                  <a:pt x="3443785" y="2374710"/>
                  <a:pt x="3439236" y="2388358"/>
                </a:cubicBezTo>
                <a:cubicBezTo>
                  <a:pt x="3443785" y="2411104"/>
                  <a:pt x="3447258" y="2434093"/>
                  <a:pt x="3452884" y="2456597"/>
                </a:cubicBezTo>
                <a:cubicBezTo>
                  <a:pt x="3458789" y="2480217"/>
                  <a:pt x="3487568" y="2553261"/>
                  <a:pt x="3493827" y="2565779"/>
                </a:cubicBezTo>
                <a:cubicBezTo>
                  <a:pt x="3501163" y="2580450"/>
                  <a:pt x="3513787" y="2592052"/>
                  <a:pt x="3521123" y="2606723"/>
                </a:cubicBezTo>
                <a:cubicBezTo>
                  <a:pt x="3537441" y="2639360"/>
                  <a:pt x="3550254" y="2680470"/>
                  <a:pt x="3562066" y="2715905"/>
                </a:cubicBezTo>
                <a:cubicBezTo>
                  <a:pt x="3548418" y="2761397"/>
                  <a:pt x="3541026" y="2809258"/>
                  <a:pt x="3521123" y="2852382"/>
                </a:cubicBezTo>
                <a:cubicBezTo>
                  <a:pt x="3506170" y="2884780"/>
                  <a:pt x="3464295" y="2899739"/>
                  <a:pt x="3439236" y="2920621"/>
                </a:cubicBezTo>
                <a:cubicBezTo>
                  <a:pt x="3424409" y="2932977"/>
                  <a:pt x="3413999" y="2950346"/>
                  <a:pt x="3398293" y="2961564"/>
                </a:cubicBezTo>
                <a:cubicBezTo>
                  <a:pt x="3368779" y="2982646"/>
                  <a:pt x="3336172" y="2991370"/>
                  <a:pt x="3302758" y="3002508"/>
                </a:cubicBezTo>
                <a:cubicBezTo>
                  <a:pt x="3207224" y="2993409"/>
                  <a:pt x="3111333" y="2987493"/>
                  <a:pt x="3016155" y="2975212"/>
                </a:cubicBezTo>
                <a:cubicBezTo>
                  <a:pt x="2668340" y="2930333"/>
                  <a:pt x="3005103" y="2974627"/>
                  <a:pt x="2825087" y="2920621"/>
                </a:cubicBezTo>
                <a:cubicBezTo>
                  <a:pt x="2798582" y="2912669"/>
                  <a:pt x="2770496" y="2911522"/>
                  <a:pt x="2743200" y="2906973"/>
                </a:cubicBezTo>
                <a:cubicBezTo>
                  <a:pt x="2711355" y="2893325"/>
                  <a:pt x="2679206" y="2880367"/>
                  <a:pt x="2647666" y="2866030"/>
                </a:cubicBezTo>
                <a:cubicBezTo>
                  <a:pt x="2629145" y="2857611"/>
                  <a:pt x="2611888" y="2846480"/>
                  <a:pt x="2593075" y="2838734"/>
                </a:cubicBezTo>
                <a:cubicBezTo>
                  <a:pt x="2534484" y="2814608"/>
                  <a:pt x="2475766" y="2790534"/>
                  <a:pt x="2415654" y="2770496"/>
                </a:cubicBezTo>
                <a:cubicBezTo>
                  <a:pt x="2388358" y="2761397"/>
                  <a:pt x="2361326" y="2751468"/>
                  <a:pt x="2333767" y="2743200"/>
                </a:cubicBezTo>
                <a:cubicBezTo>
                  <a:pt x="2162335" y="2691770"/>
                  <a:pt x="2375878" y="2761785"/>
                  <a:pt x="2238233" y="2715905"/>
                </a:cubicBezTo>
                <a:cubicBezTo>
                  <a:pt x="2242782" y="2702257"/>
                  <a:pt x="2245447" y="2687828"/>
                  <a:pt x="2251881" y="2674961"/>
                </a:cubicBezTo>
                <a:cubicBezTo>
                  <a:pt x="2259216" y="2660290"/>
                  <a:pt x="2271038" y="2648259"/>
                  <a:pt x="2279176" y="2634018"/>
                </a:cubicBezTo>
                <a:cubicBezTo>
                  <a:pt x="2289270" y="2616354"/>
                  <a:pt x="2296378" y="2597091"/>
                  <a:pt x="2306472" y="2579427"/>
                </a:cubicBezTo>
                <a:cubicBezTo>
                  <a:pt x="2314610" y="2565186"/>
                  <a:pt x="2325629" y="2552725"/>
                  <a:pt x="2333767" y="2538484"/>
                </a:cubicBezTo>
                <a:cubicBezTo>
                  <a:pt x="2343861" y="2520820"/>
                  <a:pt x="2353507" y="2502783"/>
                  <a:pt x="2361063" y="2483893"/>
                </a:cubicBezTo>
                <a:cubicBezTo>
                  <a:pt x="2371749" y="2457179"/>
                  <a:pt x="2388358" y="2402006"/>
                  <a:pt x="2388358" y="2402006"/>
                </a:cubicBezTo>
                <a:cubicBezTo>
                  <a:pt x="2383809" y="2370161"/>
                  <a:pt x="2389097" y="2335244"/>
                  <a:pt x="2374711" y="2306472"/>
                </a:cubicBezTo>
                <a:cubicBezTo>
                  <a:pt x="2358481" y="2274012"/>
                  <a:pt x="2278815" y="2249006"/>
                  <a:pt x="2251881" y="2238233"/>
                </a:cubicBezTo>
                <a:cubicBezTo>
                  <a:pt x="2220036" y="2242782"/>
                  <a:pt x="2187381" y="2243417"/>
                  <a:pt x="2156346" y="2251881"/>
                </a:cubicBezTo>
                <a:cubicBezTo>
                  <a:pt x="2136718" y="2257234"/>
                  <a:pt x="2119540" y="2269296"/>
                  <a:pt x="2101755" y="2279176"/>
                </a:cubicBezTo>
                <a:cubicBezTo>
                  <a:pt x="2050948" y="2307402"/>
                  <a:pt x="2013955" y="2326546"/>
                  <a:pt x="1978926" y="2374711"/>
                </a:cubicBezTo>
                <a:cubicBezTo>
                  <a:pt x="1953054" y="2410285"/>
                  <a:pt x="1919208" y="2480499"/>
                  <a:pt x="1897039" y="2524836"/>
                </a:cubicBezTo>
                <a:cubicBezTo>
                  <a:pt x="1889335" y="2578761"/>
                  <a:pt x="1870430" y="2635391"/>
                  <a:pt x="1897039" y="2688609"/>
                </a:cubicBezTo>
                <a:cubicBezTo>
                  <a:pt x="1914540" y="2723612"/>
                  <a:pt x="1939279" y="2754894"/>
                  <a:pt x="1965278" y="2784143"/>
                </a:cubicBezTo>
                <a:cubicBezTo>
                  <a:pt x="1976175" y="2796402"/>
                  <a:pt x="1992312" y="2802746"/>
                  <a:pt x="2006221" y="2811439"/>
                </a:cubicBezTo>
                <a:cubicBezTo>
                  <a:pt x="2028715" y="2825498"/>
                  <a:pt x="2050220" y="2841609"/>
                  <a:pt x="2074460" y="2852382"/>
                </a:cubicBezTo>
                <a:cubicBezTo>
                  <a:pt x="2091600" y="2860000"/>
                  <a:pt x="2111016" y="2860877"/>
                  <a:pt x="2129051" y="2866030"/>
                </a:cubicBezTo>
                <a:cubicBezTo>
                  <a:pt x="2180206" y="2880646"/>
                  <a:pt x="2165924" y="2882661"/>
                  <a:pt x="2224585" y="2893326"/>
                </a:cubicBezTo>
                <a:cubicBezTo>
                  <a:pt x="2256234" y="2899080"/>
                  <a:pt x="2288275" y="2902424"/>
                  <a:pt x="2320120" y="2906973"/>
                </a:cubicBezTo>
                <a:cubicBezTo>
                  <a:pt x="2338317" y="2920621"/>
                  <a:pt x="2354962" y="2936632"/>
                  <a:pt x="2374711" y="2947917"/>
                </a:cubicBezTo>
                <a:cubicBezTo>
                  <a:pt x="2406468" y="2966064"/>
                  <a:pt x="2490193" y="2972213"/>
                  <a:pt x="2511188" y="2975212"/>
                </a:cubicBezTo>
                <a:cubicBezTo>
                  <a:pt x="2579427" y="2970663"/>
                  <a:pt x="2648722" y="2974361"/>
                  <a:pt x="2715905" y="2961564"/>
                </a:cubicBezTo>
                <a:cubicBezTo>
                  <a:pt x="2745883" y="2955854"/>
                  <a:pt x="2771114" y="2935441"/>
                  <a:pt x="2797791" y="2920621"/>
                </a:cubicBezTo>
                <a:cubicBezTo>
                  <a:pt x="2826750" y="2904533"/>
                  <a:pt x="2868479" y="2870130"/>
                  <a:pt x="2893326" y="2852382"/>
                </a:cubicBezTo>
                <a:cubicBezTo>
                  <a:pt x="2906673" y="2842848"/>
                  <a:pt x="2920621" y="2834185"/>
                  <a:pt x="2934269" y="2825087"/>
                </a:cubicBezTo>
                <a:cubicBezTo>
                  <a:pt x="2952466" y="2829636"/>
                  <a:pt x="2972083" y="2830346"/>
                  <a:pt x="2988860" y="2838734"/>
                </a:cubicBezTo>
                <a:cubicBezTo>
                  <a:pt x="3036312" y="2862460"/>
                  <a:pt x="3125338" y="2920621"/>
                  <a:pt x="3125338" y="2920621"/>
                </a:cubicBezTo>
                <a:cubicBezTo>
                  <a:pt x="3154836" y="2957493"/>
                  <a:pt x="3183947" y="2999032"/>
                  <a:pt x="3220872" y="3029803"/>
                </a:cubicBezTo>
                <a:cubicBezTo>
                  <a:pt x="3233473" y="3040304"/>
                  <a:pt x="3248167" y="3048000"/>
                  <a:pt x="3261815" y="3057099"/>
                </a:cubicBezTo>
                <a:cubicBezTo>
                  <a:pt x="3283415" y="3089498"/>
                  <a:pt x="3304665" y="3123013"/>
                  <a:pt x="3330054" y="3152633"/>
                </a:cubicBezTo>
                <a:cubicBezTo>
                  <a:pt x="3342615" y="3167287"/>
                  <a:pt x="3357349" y="3179928"/>
                  <a:pt x="3370997" y="3193576"/>
                </a:cubicBezTo>
                <a:cubicBezTo>
                  <a:pt x="3407391" y="3189027"/>
                  <a:pt x="3444913" y="3190004"/>
                  <a:pt x="3480179" y="3179928"/>
                </a:cubicBezTo>
                <a:cubicBezTo>
                  <a:pt x="3542326" y="3162172"/>
                  <a:pt x="3567529" y="3132431"/>
                  <a:pt x="3616657" y="3098042"/>
                </a:cubicBezTo>
                <a:cubicBezTo>
                  <a:pt x="3643532" y="3079230"/>
                  <a:pt x="3672649" y="3063591"/>
                  <a:pt x="3698544" y="3043451"/>
                </a:cubicBezTo>
                <a:cubicBezTo>
                  <a:pt x="3713779" y="3031602"/>
                  <a:pt x="3724833" y="3015069"/>
                  <a:pt x="3739487" y="3002508"/>
                </a:cubicBezTo>
                <a:cubicBezTo>
                  <a:pt x="3756757" y="2987705"/>
                  <a:pt x="3776808" y="2976367"/>
                  <a:pt x="3794078" y="2961564"/>
                </a:cubicBezTo>
                <a:cubicBezTo>
                  <a:pt x="3886020" y="2882756"/>
                  <a:pt x="3785478" y="2953649"/>
                  <a:pt x="3875964" y="2893326"/>
                </a:cubicBezTo>
                <a:cubicBezTo>
                  <a:pt x="3885063" y="2879678"/>
                  <a:pt x="3891661" y="2863981"/>
                  <a:pt x="3903260" y="2852382"/>
                </a:cubicBezTo>
                <a:cubicBezTo>
                  <a:pt x="3934676" y="2820966"/>
                  <a:pt x="3957033" y="2821880"/>
                  <a:pt x="3998794" y="2811439"/>
                </a:cubicBezTo>
                <a:cubicBezTo>
                  <a:pt x="4044287" y="2815988"/>
                  <a:pt x="4090567" y="2815507"/>
                  <a:pt x="4135272" y="2825087"/>
                </a:cubicBezTo>
                <a:cubicBezTo>
                  <a:pt x="4187866" y="2836357"/>
                  <a:pt x="4186374" y="2859930"/>
                  <a:pt x="4230806" y="2879678"/>
                </a:cubicBezTo>
                <a:cubicBezTo>
                  <a:pt x="4257098" y="2891363"/>
                  <a:pt x="4312693" y="2906973"/>
                  <a:pt x="4312693" y="2906973"/>
                </a:cubicBezTo>
                <a:cubicBezTo>
                  <a:pt x="4330890" y="2884227"/>
                  <a:pt x="4352297" y="2863712"/>
                  <a:pt x="4367284" y="2838734"/>
                </a:cubicBezTo>
                <a:cubicBezTo>
                  <a:pt x="4398721" y="2786340"/>
                  <a:pt x="4394010" y="2759123"/>
                  <a:pt x="4408227" y="2702257"/>
                </a:cubicBezTo>
                <a:cubicBezTo>
                  <a:pt x="4411716" y="2688301"/>
                  <a:pt x="4417326" y="2674962"/>
                  <a:pt x="4421875" y="2661314"/>
                </a:cubicBezTo>
                <a:cubicBezTo>
                  <a:pt x="4417326" y="2638568"/>
                  <a:pt x="4421094" y="2612376"/>
                  <a:pt x="4408227" y="2593075"/>
                </a:cubicBezTo>
                <a:cubicBezTo>
                  <a:pt x="4400247" y="2581105"/>
                  <a:pt x="4380151" y="2572994"/>
                  <a:pt x="4367284" y="2579427"/>
                </a:cubicBezTo>
                <a:cubicBezTo>
                  <a:pt x="4354417" y="2585860"/>
                  <a:pt x="4357588" y="2606538"/>
                  <a:pt x="4353636" y="2620370"/>
                </a:cubicBezTo>
                <a:cubicBezTo>
                  <a:pt x="4348483" y="2638405"/>
                  <a:pt x="4344537" y="2656764"/>
                  <a:pt x="4339988" y="2674961"/>
                </a:cubicBezTo>
                <a:cubicBezTo>
                  <a:pt x="4349087" y="2702257"/>
                  <a:pt x="4350784" y="2733277"/>
                  <a:pt x="4367284" y="2756848"/>
                </a:cubicBezTo>
                <a:cubicBezTo>
                  <a:pt x="4401146" y="2805222"/>
                  <a:pt x="4430414" y="2809736"/>
                  <a:pt x="4476466" y="2825087"/>
                </a:cubicBezTo>
                <a:cubicBezTo>
                  <a:pt x="4565049" y="2816229"/>
                  <a:pt x="4712386" y="2810461"/>
                  <a:pt x="4817660" y="2784143"/>
                </a:cubicBezTo>
                <a:cubicBezTo>
                  <a:pt x="4868876" y="2771339"/>
                  <a:pt x="4858504" y="2766639"/>
                  <a:pt x="4913194" y="2743200"/>
                </a:cubicBezTo>
                <a:cubicBezTo>
                  <a:pt x="4926417" y="2737533"/>
                  <a:pt x="4940668" y="2734603"/>
                  <a:pt x="4954138" y="2729552"/>
                </a:cubicBezTo>
                <a:cubicBezTo>
                  <a:pt x="4977076" y="2720950"/>
                  <a:pt x="4999630" y="2711355"/>
                  <a:pt x="5022376" y="2702257"/>
                </a:cubicBezTo>
                <a:cubicBezTo>
                  <a:pt x="5036024" y="2711355"/>
                  <a:pt x="5058133" y="2713991"/>
                  <a:pt x="5063320" y="2729552"/>
                </a:cubicBezTo>
                <a:cubicBezTo>
                  <a:pt x="5081267" y="2783393"/>
                  <a:pt x="4960849" y="2877581"/>
                  <a:pt x="4954138" y="2879678"/>
                </a:cubicBezTo>
                <a:cubicBezTo>
                  <a:pt x="4886127" y="2900932"/>
                  <a:pt x="4718179" y="2958039"/>
                  <a:pt x="4626591" y="2975212"/>
                </a:cubicBezTo>
                <a:cubicBezTo>
                  <a:pt x="4590542" y="2981971"/>
                  <a:pt x="4553660" y="2983283"/>
                  <a:pt x="4517409" y="2988860"/>
                </a:cubicBezTo>
                <a:cubicBezTo>
                  <a:pt x="4494482" y="2992387"/>
                  <a:pt x="4471916" y="2997959"/>
                  <a:pt x="4449170" y="3002508"/>
                </a:cubicBezTo>
                <a:cubicBezTo>
                  <a:pt x="4430973" y="2997959"/>
                  <a:pt x="4406786" y="3003102"/>
                  <a:pt x="4394579" y="2988860"/>
                </a:cubicBezTo>
                <a:cubicBezTo>
                  <a:pt x="4375855" y="2967014"/>
                  <a:pt x="4367284" y="2906973"/>
                  <a:pt x="4367284" y="2906973"/>
                </a:cubicBezTo>
                <a:cubicBezTo>
                  <a:pt x="4371833" y="2879678"/>
                  <a:pt x="4375505" y="2852222"/>
                  <a:pt x="4380932" y="2825087"/>
                </a:cubicBezTo>
                <a:cubicBezTo>
                  <a:pt x="4384610" y="2806694"/>
                  <a:pt x="4382227" y="2784612"/>
                  <a:pt x="4394579" y="2770496"/>
                </a:cubicBezTo>
                <a:cubicBezTo>
                  <a:pt x="4416181" y="2745808"/>
                  <a:pt x="4449591" y="2734718"/>
                  <a:pt x="4476466" y="2715905"/>
                </a:cubicBezTo>
                <a:cubicBezTo>
                  <a:pt x="4495101" y="2702861"/>
                  <a:pt x="4510712" y="2685133"/>
                  <a:pt x="4531057" y="2674961"/>
                </a:cubicBezTo>
                <a:cubicBezTo>
                  <a:pt x="4547834" y="2666573"/>
                  <a:pt x="4567194" y="2664669"/>
                  <a:pt x="4585648" y="2661314"/>
                </a:cubicBezTo>
                <a:cubicBezTo>
                  <a:pt x="4627090" y="2653779"/>
                  <a:pt x="4752336" y="2638772"/>
                  <a:pt x="4790364" y="2634018"/>
                </a:cubicBezTo>
                <a:cubicBezTo>
                  <a:pt x="4881349" y="2638567"/>
                  <a:pt x="4972924" y="2636367"/>
                  <a:pt x="5063320" y="2647666"/>
                </a:cubicBezTo>
                <a:cubicBezTo>
                  <a:pt x="5083508" y="2650189"/>
                  <a:pt x="5097587" y="2674037"/>
                  <a:pt x="5117911" y="2674961"/>
                </a:cubicBezTo>
                <a:cubicBezTo>
                  <a:pt x="5199839" y="2678685"/>
                  <a:pt x="5281684" y="2665863"/>
                  <a:pt x="5363570" y="2661314"/>
                </a:cubicBezTo>
                <a:cubicBezTo>
                  <a:pt x="5395415" y="2629469"/>
                  <a:pt x="5434124" y="2603251"/>
                  <a:pt x="5459105" y="2565779"/>
                </a:cubicBezTo>
                <a:lnTo>
                  <a:pt x="5513696" y="2483893"/>
                </a:lnTo>
                <a:cubicBezTo>
                  <a:pt x="5530221" y="2434318"/>
                  <a:pt x="5527344" y="2457335"/>
                  <a:pt x="5527344" y="2415654"/>
                </a:cubicBezTo>
              </a:path>
            </a:pathLst>
          </a:custGeom>
          <a:noFill/>
          <a:ln cap="flat" cmpd="sng" w="22225">
            <a:solidFill>
              <a:srgbClr val="F4B08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5"/>
          <p:cNvSpPr txBox="1"/>
          <p:nvPr/>
        </p:nvSpPr>
        <p:spPr>
          <a:xfrm>
            <a:off x="1398662" y="5881358"/>
            <a:ext cx="2331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Actual movement path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9" name="Google Shape;89;p15"/>
          <p:cNvGrpSpPr/>
          <p:nvPr/>
        </p:nvGrpSpPr>
        <p:grpSpPr>
          <a:xfrm>
            <a:off x="4261369" y="2897693"/>
            <a:ext cx="4376564" cy="1701603"/>
            <a:chOff x="4560627" y="3147074"/>
            <a:chExt cx="4376564" cy="1701603"/>
          </a:xfrm>
        </p:grpSpPr>
        <p:sp>
          <p:nvSpPr>
            <p:cNvPr id="90" name="Google Shape;90;p15"/>
            <p:cNvSpPr/>
            <p:nvPr/>
          </p:nvSpPr>
          <p:spPr>
            <a:xfrm>
              <a:off x="4560627" y="3147074"/>
              <a:ext cx="4339988" cy="1665027"/>
            </a:xfrm>
            <a:custGeom>
              <a:rect b="b" l="l" r="r" t="t"/>
              <a:pathLst>
                <a:path extrusionOk="0" h="3193576" w="5527535">
                  <a:moveTo>
                    <a:pt x="95535" y="2483893"/>
                  </a:moveTo>
                  <a:cubicBezTo>
                    <a:pt x="72789" y="2470245"/>
                    <a:pt x="44559" y="2463090"/>
                    <a:pt x="27296" y="2442949"/>
                  </a:cubicBezTo>
                  <a:cubicBezTo>
                    <a:pt x="15089" y="2428708"/>
                    <a:pt x="17003" y="2406812"/>
                    <a:pt x="13648" y="2388358"/>
                  </a:cubicBezTo>
                  <a:cubicBezTo>
                    <a:pt x="7894" y="2356709"/>
                    <a:pt x="4549" y="2324669"/>
                    <a:pt x="0" y="2292824"/>
                  </a:cubicBezTo>
                  <a:cubicBezTo>
                    <a:pt x="9099" y="2265528"/>
                    <a:pt x="15390" y="2237130"/>
                    <a:pt x="27296" y="2210937"/>
                  </a:cubicBezTo>
                  <a:cubicBezTo>
                    <a:pt x="50037" y="2160907"/>
                    <a:pt x="79986" y="2122383"/>
                    <a:pt x="122830" y="2088108"/>
                  </a:cubicBezTo>
                  <a:cubicBezTo>
                    <a:pt x="148447" y="2067615"/>
                    <a:pt x="179100" y="2054010"/>
                    <a:pt x="204717" y="2033517"/>
                  </a:cubicBezTo>
                  <a:cubicBezTo>
                    <a:pt x="224812" y="2017441"/>
                    <a:pt x="239769" y="1995674"/>
                    <a:pt x="259308" y="1978926"/>
                  </a:cubicBezTo>
                  <a:cubicBezTo>
                    <a:pt x="390907" y="1866126"/>
                    <a:pt x="344494" y="1886839"/>
                    <a:pt x="436729" y="1856096"/>
                  </a:cubicBezTo>
                  <a:cubicBezTo>
                    <a:pt x="445827" y="1869744"/>
                    <a:pt x="454490" y="1883692"/>
                    <a:pt x="464024" y="1897039"/>
                  </a:cubicBezTo>
                  <a:cubicBezTo>
                    <a:pt x="477245" y="1915548"/>
                    <a:pt x="492912" y="1932341"/>
                    <a:pt x="504967" y="1951630"/>
                  </a:cubicBezTo>
                  <a:cubicBezTo>
                    <a:pt x="539482" y="2006854"/>
                    <a:pt x="525274" y="1995571"/>
                    <a:pt x="545911" y="2047164"/>
                  </a:cubicBezTo>
                  <a:cubicBezTo>
                    <a:pt x="627638" y="2251482"/>
                    <a:pt x="546025" y="2040599"/>
                    <a:pt x="627797" y="2224585"/>
                  </a:cubicBezTo>
                  <a:cubicBezTo>
                    <a:pt x="633640" y="2237731"/>
                    <a:pt x="635011" y="2252661"/>
                    <a:pt x="641445" y="2265528"/>
                  </a:cubicBezTo>
                  <a:cubicBezTo>
                    <a:pt x="653308" y="2289254"/>
                    <a:pt x="670525" y="2310041"/>
                    <a:pt x="682388" y="2333767"/>
                  </a:cubicBezTo>
                  <a:cubicBezTo>
                    <a:pt x="692177" y="2353346"/>
                    <a:pt x="705311" y="2411811"/>
                    <a:pt x="709684" y="2429302"/>
                  </a:cubicBezTo>
                  <a:cubicBezTo>
                    <a:pt x="604355" y="2455633"/>
                    <a:pt x="671053" y="2454176"/>
                    <a:pt x="532263" y="2347415"/>
                  </a:cubicBezTo>
                  <a:cubicBezTo>
                    <a:pt x="472305" y="2301294"/>
                    <a:pt x="334308" y="2204008"/>
                    <a:pt x="313899" y="2169994"/>
                  </a:cubicBezTo>
                  <a:cubicBezTo>
                    <a:pt x="261252" y="2082250"/>
                    <a:pt x="288871" y="2122976"/>
                    <a:pt x="232012" y="2047164"/>
                  </a:cubicBezTo>
                  <a:cubicBezTo>
                    <a:pt x="227463" y="2033516"/>
                    <a:pt x="224031" y="2019444"/>
                    <a:pt x="218364" y="2006221"/>
                  </a:cubicBezTo>
                  <a:cubicBezTo>
                    <a:pt x="192770" y="1946502"/>
                    <a:pt x="139274" y="1891502"/>
                    <a:pt x="204717" y="1815152"/>
                  </a:cubicBezTo>
                  <a:cubicBezTo>
                    <a:pt x="239370" y="1774723"/>
                    <a:pt x="304800" y="1778758"/>
                    <a:pt x="354842" y="1760561"/>
                  </a:cubicBezTo>
                  <a:cubicBezTo>
                    <a:pt x="332096" y="1737815"/>
                    <a:pt x="310812" y="1713506"/>
                    <a:pt x="286603" y="1692323"/>
                  </a:cubicBezTo>
                  <a:cubicBezTo>
                    <a:pt x="231752" y="1644329"/>
                    <a:pt x="254727" y="1688383"/>
                    <a:pt x="204717" y="1624084"/>
                  </a:cubicBezTo>
                  <a:cubicBezTo>
                    <a:pt x="184577" y="1598189"/>
                    <a:pt x="150126" y="1542197"/>
                    <a:pt x="150126" y="1542197"/>
                  </a:cubicBezTo>
                  <a:cubicBezTo>
                    <a:pt x="154675" y="1514902"/>
                    <a:pt x="150522" y="1484604"/>
                    <a:pt x="163773" y="1460311"/>
                  </a:cubicBezTo>
                  <a:cubicBezTo>
                    <a:pt x="179177" y="1432071"/>
                    <a:pt x="206277" y="1411373"/>
                    <a:pt x="232012" y="1392072"/>
                  </a:cubicBezTo>
                  <a:cubicBezTo>
                    <a:pt x="269697" y="1363808"/>
                    <a:pt x="346340" y="1325399"/>
                    <a:pt x="395785" y="1310185"/>
                  </a:cubicBezTo>
                  <a:cubicBezTo>
                    <a:pt x="431640" y="1299153"/>
                    <a:pt x="468573" y="1291988"/>
                    <a:pt x="504967" y="1282890"/>
                  </a:cubicBezTo>
                  <a:cubicBezTo>
                    <a:pt x="588056" y="1287263"/>
                    <a:pt x="936518" y="1259503"/>
                    <a:pt x="1105469" y="1337481"/>
                  </a:cubicBezTo>
                  <a:cubicBezTo>
                    <a:pt x="1138770" y="1352851"/>
                    <a:pt x="1170956" y="1371039"/>
                    <a:pt x="1201003" y="1392072"/>
                  </a:cubicBezTo>
                  <a:cubicBezTo>
                    <a:pt x="1231016" y="1413081"/>
                    <a:pt x="1262202" y="1460022"/>
                    <a:pt x="1282890" y="1487606"/>
                  </a:cubicBezTo>
                  <a:cubicBezTo>
                    <a:pt x="1278341" y="1537648"/>
                    <a:pt x="1279771" y="1588598"/>
                    <a:pt x="1269242" y="1637731"/>
                  </a:cubicBezTo>
                  <a:cubicBezTo>
                    <a:pt x="1265805" y="1653770"/>
                    <a:pt x="1251788" y="1665553"/>
                    <a:pt x="1241946" y="1678675"/>
                  </a:cubicBezTo>
                  <a:cubicBezTo>
                    <a:pt x="1224468" y="1701979"/>
                    <a:pt x="1209472" y="1727957"/>
                    <a:pt x="1187355" y="1746914"/>
                  </a:cubicBezTo>
                  <a:cubicBezTo>
                    <a:pt x="1176432" y="1756276"/>
                    <a:pt x="1159882" y="1755510"/>
                    <a:pt x="1146412" y="1760561"/>
                  </a:cubicBezTo>
                  <a:cubicBezTo>
                    <a:pt x="1123473" y="1769163"/>
                    <a:pt x="1100919" y="1778758"/>
                    <a:pt x="1078173" y="1787857"/>
                  </a:cubicBezTo>
                  <a:cubicBezTo>
                    <a:pt x="1137756" y="1847440"/>
                    <a:pt x="1134352" y="1840017"/>
                    <a:pt x="1187355" y="1910687"/>
                  </a:cubicBezTo>
                  <a:cubicBezTo>
                    <a:pt x="1197197" y="1923809"/>
                    <a:pt x="1206513" y="1937389"/>
                    <a:pt x="1214651" y="1951630"/>
                  </a:cubicBezTo>
                  <a:cubicBezTo>
                    <a:pt x="1224745" y="1969294"/>
                    <a:pt x="1229739" y="1989945"/>
                    <a:pt x="1241946" y="2006221"/>
                  </a:cubicBezTo>
                  <a:cubicBezTo>
                    <a:pt x="1257387" y="2026809"/>
                    <a:pt x="1278341" y="2042615"/>
                    <a:pt x="1296538" y="2060812"/>
                  </a:cubicBezTo>
                  <a:cubicBezTo>
                    <a:pt x="1334640" y="2137017"/>
                    <a:pt x="1340337" y="2162798"/>
                    <a:pt x="1433015" y="2224585"/>
                  </a:cubicBezTo>
                  <a:cubicBezTo>
                    <a:pt x="1446663" y="2233684"/>
                    <a:pt x="1458882" y="2245420"/>
                    <a:pt x="1473958" y="2251881"/>
                  </a:cubicBezTo>
                  <a:cubicBezTo>
                    <a:pt x="1491198" y="2259270"/>
                    <a:pt x="1510352" y="2260979"/>
                    <a:pt x="1528549" y="2265528"/>
                  </a:cubicBezTo>
                  <a:cubicBezTo>
                    <a:pt x="1577470" y="2232915"/>
                    <a:pt x="1594742" y="2225268"/>
                    <a:pt x="1637732" y="2169994"/>
                  </a:cubicBezTo>
                  <a:cubicBezTo>
                    <a:pt x="1650222" y="2153935"/>
                    <a:pt x="1656764" y="2133994"/>
                    <a:pt x="1665027" y="2115403"/>
                  </a:cubicBezTo>
                  <a:cubicBezTo>
                    <a:pt x="1686790" y="2066436"/>
                    <a:pt x="1690963" y="2051246"/>
                    <a:pt x="1705970" y="2006221"/>
                  </a:cubicBezTo>
                  <a:cubicBezTo>
                    <a:pt x="1701421" y="1951630"/>
                    <a:pt x="1711824" y="1893639"/>
                    <a:pt x="1692323" y="1842448"/>
                  </a:cubicBezTo>
                  <a:cubicBezTo>
                    <a:pt x="1656634" y="1748766"/>
                    <a:pt x="1596948" y="1711494"/>
                    <a:pt x="1514902" y="1678675"/>
                  </a:cubicBezTo>
                  <a:cubicBezTo>
                    <a:pt x="1497487" y="1671709"/>
                    <a:pt x="1478508" y="1669576"/>
                    <a:pt x="1460311" y="1665027"/>
                  </a:cubicBezTo>
                  <a:cubicBezTo>
                    <a:pt x="1392072" y="1674126"/>
                    <a:pt x="1320904" y="1670553"/>
                    <a:pt x="1255594" y="1692323"/>
                  </a:cubicBezTo>
                  <a:cubicBezTo>
                    <a:pt x="1162005" y="1723519"/>
                    <a:pt x="1131846" y="1775356"/>
                    <a:pt x="1078173" y="1842448"/>
                  </a:cubicBezTo>
                  <a:cubicBezTo>
                    <a:pt x="1069075" y="1869743"/>
                    <a:pt x="1050878" y="1895562"/>
                    <a:pt x="1050878" y="1924334"/>
                  </a:cubicBezTo>
                  <a:cubicBezTo>
                    <a:pt x="1050878" y="2024830"/>
                    <a:pt x="1063445" y="2125174"/>
                    <a:pt x="1078173" y="2224585"/>
                  </a:cubicBezTo>
                  <a:cubicBezTo>
                    <a:pt x="1081097" y="2244323"/>
                    <a:pt x="1121027" y="2326876"/>
                    <a:pt x="1132764" y="2347415"/>
                  </a:cubicBezTo>
                  <a:cubicBezTo>
                    <a:pt x="1159086" y="2393478"/>
                    <a:pt x="1182819" y="2441450"/>
                    <a:pt x="1214651" y="2483893"/>
                  </a:cubicBezTo>
                  <a:cubicBezTo>
                    <a:pt x="1228299" y="2502090"/>
                    <a:pt x="1243539" y="2519195"/>
                    <a:pt x="1255594" y="2538484"/>
                  </a:cubicBezTo>
                  <a:cubicBezTo>
                    <a:pt x="1279687" y="2577033"/>
                    <a:pt x="1283270" y="2594216"/>
                    <a:pt x="1296538" y="2634018"/>
                  </a:cubicBezTo>
                  <a:cubicBezTo>
                    <a:pt x="1273792" y="2643117"/>
                    <a:pt x="1252755" y="2659875"/>
                    <a:pt x="1228299" y="2661314"/>
                  </a:cubicBezTo>
                  <a:cubicBezTo>
                    <a:pt x="1194818" y="2663284"/>
                    <a:pt x="990118" y="2639398"/>
                    <a:pt x="941696" y="2634018"/>
                  </a:cubicBezTo>
                  <a:cubicBezTo>
                    <a:pt x="909851" y="2624920"/>
                    <a:pt x="878291" y="2614756"/>
                    <a:pt x="846161" y="2606723"/>
                  </a:cubicBezTo>
                  <a:cubicBezTo>
                    <a:pt x="781495" y="2590557"/>
                    <a:pt x="719767" y="2578714"/>
                    <a:pt x="655093" y="2565779"/>
                  </a:cubicBezTo>
                  <a:cubicBezTo>
                    <a:pt x="627797" y="2547582"/>
                    <a:pt x="598823" y="2531681"/>
                    <a:pt x="573206" y="2511188"/>
                  </a:cubicBezTo>
                  <a:cubicBezTo>
                    <a:pt x="525928" y="2473365"/>
                    <a:pt x="520837" y="2459929"/>
                    <a:pt x="491320" y="2415654"/>
                  </a:cubicBezTo>
                  <a:cubicBezTo>
                    <a:pt x="498333" y="2338510"/>
                    <a:pt x="485927" y="2272718"/>
                    <a:pt x="532263" y="2210937"/>
                  </a:cubicBezTo>
                  <a:cubicBezTo>
                    <a:pt x="547704" y="2190349"/>
                    <a:pt x="567620" y="2173443"/>
                    <a:pt x="586854" y="2156346"/>
                  </a:cubicBezTo>
                  <a:cubicBezTo>
                    <a:pt x="608626" y="2136993"/>
                    <a:pt x="630518" y="2117394"/>
                    <a:pt x="655093" y="2101755"/>
                  </a:cubicBezTo>
                  <a:cubicBezTo>
                    <a:pt x="707202" y="2068595"/>
                    <a:pt x="790610" y="2039475"/>
                    <a:pt x="846161" y="2019869"/>
                  </a:cubicBezTo>
                  <a:cubicBezTo>
                    <a:pt x="886859" y="2005505"/>
                    <a:pt x="927407" y="1990477"/>
                    <a:pt x="968991" y="1978926"/>
                  </a:cubicBezTo>
                  <a:cubicBezTo>
                    <a:pt x="1043916" y="1958114"/>
                    <a:pt x="1099879" y="1950287"/>
                    <a:pt x="1173708" y="1937982"/>
                  </a:cubicBezTo>
                  <a:cubicBezTo>
                    <a:pt x="1237397" y="1947081"/>
                    <a:pt x="1304108" y="1943866"/>
                    <a:pt x="1364776" y="1965278"/>
                  </a:cubicBezTo>
                  <a:cubicBezTo>
                    <a:pt x="1386226" y="1972848"/>
                    <a:pt x="1393508" y="2000679"/>
                    <a:pt x="1405720" y="2019869"/>
                  </a:cubicBezTo>
                  <a:cubicBezTo>
                    <a:pt x="1425411" y="2050812"/>
                    <a:pt x="1438993" y="2085558"/>
                    <a:pt x="1460311" y="2115403"/>
                  </a:cubicBezTo>
                  <a:cubicBezTo>
                    <a:pt x="1484689" y="2149532"/>
                    <a:pt x="1517032" y="2177384"/>
                    <a:pt x="1542197" y="2210937"/>
                  </a:cubicBezTo>
                  <a:cubicBezTo>
                    <a:pt x="1558113" y="2232158"/>
                    <a:pt x="1568427" y="2257104"/>
                    <a:pt x="1583141" y="2279176"/>
                  </a:cubicBezTo>
                  <a:cubicBezTo>
                    <a:pt x="1604849" y="2311738"/>
                    <a:pt x="1630217" y="2341792"/>
                    <a:pt x="1651379" y="2374711"/>
                  </a:cubicBezTo>
                  <a:cubicBezTo>
                    <a:pt x="1671212" y="2405563"/>
                    <a:pt x="1686279" y="2439302"/>
                    <a:pt x="1705970" y="2470245"/>
                  </a:cubicBezTo>
                  <a:cubicBezTo>
                    <a:pt x="1718182" y="2489435"/>
                    <a:pt x="1733870" y="2506201"/>
                    <a:pt x="1746914" y="2524836"/>
                  </a:cubicBezTo>
                  <a:cubicBezTo>
                    <a:pt x="1765727" y="2551711"/>
                    <a:pt x="1781365" y="2580828"/>
                    <a:pt x="1801505" y="2606723"/>
                  </a:cubicBezTo>
                  <a:cubicBezTo>
                    <a:pt x="1833366" y="2647688"/>
                    <a:pt x="1843963" y="2646798"/>
                    <a:pt x="1883391" y="2674961"/>
                  </a:cubicBezTo>
                  <a:cubicBezTo>
                    <a:pt x="1901900" y="2688182"/>
                    <a:pt x="1917196" y="2706667"/>
                    <a:pt x="1937982" y="2715905"/>
                  </a:cubicBezTo>
                  <a:cubicBezTo>
                    <a:pt x="1959179" y="2725326"/>
                    <a:pt x="1983475" y="2725003"/>
                    <a:pt x="2006221" y="2729552"/>
                  </a:cubicBezTo>
                  <a:cubicBezTo>
                    <a:pt x="2065361" y="2720454"/>
                    <a:pt x="2125089" y="2714584"/>
                    <a:pt x="2183642" y="2702257"/>
                  </a:cubicBezTo>
                  <a:cubicBezTo>
                    <a:pt x="2239291" y="2690541"/>
                    <a:pt x="2310255" y="2654341"/>
                    <a:pt x="2361063" y="2634018"/>
                  </a:cubicBezTo>
                  <a:cubicBezTo>
                    <a:pt x="2479067" y="2586817"/>
                    <a:pt x="2460579" y="2606113"/>
                    <a:pt x="2565779" y="2538484"/>
                  </a:cubicBezTo>
                  <a:cubicBezTo>
                    <a:pt x="2611953" y="2508801"/>
                    <a:pt x="2695733" y="2450856"/>
                    <a:pt x="2729552" y="2402006"/>
                  </a:cubicBezTo>
                  <a:cubicBezTo>
                    <a:pt x="2752713" y="2368551"/>
                    <a:pt x="2765947" y="2329218"/>
                    <a:pt x="2784144" y="2292824"/>
                  </a:cubicBezTo>
                  <a:cubicBezTo>
                    <a:pt x="2779595" y="2256430"/>
                    <a:pt x="2782095" y="2218437"/>
                    <a:pt x="2770496" y="2183642"/>
                  </a:cubicBezTo>
                  <a:cubicBezTo>
                    <a:pt x="2763303" y="2162063"/>
                    <a:pt x="2742773" y="2147560"/>
                    <a:pt x="2729552" y="2129051"/>
                  </a:cubicBezTo>
                  <a:cubicBezTo>
                    <a:pt x="2679588" y="2059102"/>
                    <a:pt x="2708264" y="2073415"/>
                    <a:pt x="2593075" y="2006221"/>
                  </a:cubicBezTo>
                  <a:cubicBezTo>
                    <a:pt x="2576873" y="1996770"/>
                    <a:pt x="2556681" y="1997122"/>
                    <a:pt x="2538484" y="1992573"/>
                  </a:cubicBezTo>
                  <a:cubicBezTo>
                    <a:pt x="2502090" y="2006221"/>
                    <a:pt x="2461145" y="2011227"/>
                    <a:pt x="2429302" y="2033517"/>
                  </a:cubicBezTo>
                  <a:cubicBezTo>
                    <a:pt x="2412635" y="2045184"/>
                    <a:pt x="2414715" y="2072221"/>
                    <a:pt x="2402006" y="2088108"/>
                  </a:cubicBezTo>
                  <a:cubicBezTo>
                    <a:pt x="2377892" y="2118251"/>
                    <a:pt x="2347415" y="2142699"/>
                    <a:pt x="2320120" y="2169994"/>
                  </a:cubicBezTo>
                  <a:cubicBezTo>
                    <a:pt x="2311021" y="2197290"/>
                    <a:pt x="2299802" y="2223968"/>
                    <a:pt x="2292824" y="2251881"/>
                  </a:cubicBezTo>
                  <a:cubicBezTo>
                    <a:pt x="2264231" y="2366250"/>
                    <a:pt x="2281972" y="2431028"/>
                    <a:pt x="2306472" y="2565779"/>
                  </a:cubicBezTo>
                  <a:cubicBezTo>
                    <a:pt x="2310854" y="2589882"/>
                    <a:pt x="2318726" y="2614680"/>
                    <a:pt x="2333767" y="2634018"/>
                  </a:cubicBezTo>
                  <a:cubicBezTo>
                    <a:pt x="2377708" y="2690514"/>
                    <a:pt x="2447438" y="2708303"/>
                    <a:pt x="2511188" y="2729552"/>
                  </a:cubicBezTo>
                  <a:cubicBezTo>
                    <a:pt x="2552131" y="2725003"/>
                    <a:pt x="2593184" y="2721349"/>
                    <a:pt x="2634018" y="2715905"/>
                  </a:cubicBezTo>
                  <a:cubicBezTo>
                    <a:pt x="2661447" y="2712248"/>
                    <a:pt x="2690921" y="2714154"/>
                    <a:pt x="2715905" y="2702257"/>
                  </a:cubicBezTo>
                  <a:cubicBezTo>
                    <a:pt x="2806633" y="2659053"/>
                    <a:pt x="2921577" y="2596821"/>
                    <a:pt x="2988860" y="2511188"/>
                  </a:cubicBezTo>
                  <a:cubicBezTo>
                    <a:pt x="3019261" y="2472495"/>
                    <a:pt x="3045797" y="2430772"/>
                    <a:pt x="3070746" y="2388358"/>
                  </a:cubicBezTo>
                  <a:cubicBezTo>
                    <a:pt x="3091377" y="2353286"/>
                    <a:pt x="3107141" y="2315570"/>
                    <a:pt x="3125338" y="2279176"/>
                  </a:cubicBezTo>
                  <a:cubicBezTo>
                    <a:pt x="3134565" y="2233038"/>
                    <a:pt x="3154469" y="2142144"/>
                    <a:pt x="3152633" y="2101755"/>
                  </a:cubicBezTo>
                  <a:cubicBezTo>
                    <a:pt x="3149712" y="2037485"/>
                    <a:pt x="3136847" y="1973985"/>
                    <a:pt x="3125338" y="1910687"/>
                  </a:cubicBezTo>
                  <a:cubicBezTo>
                    <a:pt x="3118627" y="1873778"/>
                    <a:pt x="3112471" y="1836133"/>
                    <a:pt x="3098042" y="1801505"/>
                  </a:cubicBezTo>
                  <a:cubicBezTo>
                    <a:pt x="3086423" y="1773620"/>
                    <a:pt x="3022537" y="1709491"/>
                    <a:pt x="3002508" y="1692323"/>
                  </a:cubicBezTo>
                  <a:cubicBezTo>
                    <a:pt x="2943150" y="1641444"/>
                    <a:pt x="2871442" y="1579022"/>
                    <a:pt x="2797791" y="1542197"/>
                  </a:cubicBezTo>
                  <a:cubicBezTo>
                    <a:pt x="2775879" y="1531241"/>
                    <a:pt x="2751939" y="1524852"/>
                    <a:pt x="2729552" y="1514902"/>
                  </a:cubicBezTo>
                  <a:cubicBezTo>
                    <a:pt x="2710961" y="1506639"/>
                    <a:pt x="2694406" y="1493589"/>
                    <a:pt x="2674961" y="1487606"/>
                  </a:cubicBezTo>
                  <a:cubicBezTo>
                    <a:pt x="2634874" y="1475271"/>
                    <a:pt x="2592821" y="1470483"/>
                    <a:pt x="2552132" y="1460311"/>
                  </a:cubicBezTo>
                  <a:cubicBezTo>
                    <a:pt x="2520002" y="1452278"/>
                    <a:pt x="2488868" y="1440462"/>
                    <a:pt x="2456597" y="1433015"/>
                  </a:cubicBezTo>
                  <a:cubicBezTo>
                    <a:pt x="2429634" y="1426793"/>
                    <a:pt x="2401557" y="1426078"/>
                    <a:pt x="2374711" y="1419367"/>
                  </a:cubicBezTo>
                  <a:cubicBezTo>
                    <a:pt x="2083711" y="1346617"/>
                    <a:pt x="2285175" y="1377468"/>
                    <a:pt x="2074460" y="1351128"/>
                  </a:cubicBezTo>
                  <a:cubicBezTo>
                    <a:pt x="2047164" y="1342030"/>
                    <a:pt x="2020132" y="1332101"/>
                    <a:pt x="1992573" y="1323833"/>
                  </a:cubicBezTo>
                  <a:cubicBezTo>
                    <a:pt x="1974607" y="1318443"/>
                    <a:pt x="1955058" y="1317947"/>
                    <a:pt x="1937982" y="1310185"/>
                  </a:cubicBezTo>
                  <a:cubicBezTo>
                    <a:pt x="1872504" y="1280422"/>
                    <a:pt x="1827130" y="1247309"/>
                    <a:pt x="1774209" y="1201003"/>
                  </a:cubicBezTo>
                  <a:cubicBezTo>
                    <a:pt x="1759684" y="1188293"/>
                    <a:pt x="1745622" y="1174887"/>
                    <a:pt x="1733266" y="1160060"/>
                  </a:cubicBezTo>
                  <a:cubicBezTo>
                    <a:pt x="1700060" y="1120213"/>
                    <a:pt x="1637732" y="1037230"/>
                    <a:pt x="1637732" y="1037230"/>
                  </a:cubicBezTo>
                  <a:cubicBezTo>
                    <a:pt x="1624729" y="972218"/>
                    <a:pt x="1608813" y="930041"/>
                    <a:pt x="1637732" y="859809"/>
                  </a:cubicBezTo>
                  <a:cubicBezTo>
                    <a:pt x="1656468" y="814308"/>
                    <a:pt x="1690094" y="776345"/>
                    <a:pt x="1719618" y="736979"/>
                  </a:cubicBezTo>
                  <a:cubicBezTo>
                    <a:pt x="1733266" y="718782"/>
                    <a:pt x="1744477" y="698472"/>
                    <a:pt x="1760561" y="682388"/>
                  </a:cubicBezTo>
                  <a:cubicBezTo>
                    <a:pt x="1811943" y="631006"/>
                    <a:pt x="1925513" y="585076"/>
                    <a:pt x="1978926" y="573206"/>
                  </a:cubicBezTo>
                  <a:cubicBezTo>
                    <a:pt x="2019869" y="564108"/>
                    <a:pt x="2060384" y="552806"/>
                    <a:pt x="2101755" y="545911"/>
                  </a:cubicBezTo>
                  <a:cubicBezTo>
                    <a:pt x="2142390" y="539139"/>
                    <a:pt x="2184078" y="539764"/>
                    <a:pt x="2224585" y="532263"/>
                  </a:cubicBezTo>
                  <a:cubicBezTo>
                    <a:pt x="2307067" y="516989"/>
                    <a:pt x="2387009" y="488077"/>
                    <a:pt x="2470245" y="477672"/>
                  </a:cubicBezTo>
                  <a:cubicBezTo>
                    <a:pt x="2506639" y="473123"/>
                    <a:pt x="2543176" y="469601"/>
                    <a:pt x="2579427" y="464024"/>
                  </a:cubicBezTo>
                  <a:cubicBezTo>
                    <a:pt x="2624476" y="457093"/>
                    <a:pt x="2658786" y="447596"/>
                    <a:pt x="2702257" y="436728"/>
                  </a:cubicBezTo>
                  <a:cubicBezTo>
                    <a:pt x="2748296" y="406036"/>
                    <a:pt x="2760072" y="412124"/>
                    <a:pt x="2756848" y="341194"/>
                  </a:cubicBezTo>
                  <a:cubicBezTo>
                    <a:pt x="2748705" y="162059"/>
                    <a:pt x="2769903" y="149435"/>
                    <a:pt x="2688609" y="54591"/>
                  </a:cubicBezTo>
                  <a:cubicBezTo>
                    <a:pt x="2676048" y="39937"/>
                    <a:pt x="2663725" y="24354"/>
                    <a:pt x="2647666" y="13648"/>
                  </a:cubicBezTo>
                  <a:cubicBezTo>
                    <a:pt x="2635696" y="5668"/>
                    <a:pt x="2620371" y="4549"/>
                    <a:pt x="2606723" y="0"/>
                  </a:cubicBezTo>
                  <a:cubicBezTo>
                    <a:pt x="2541618" y="9301"/>
                    <a:pt x="2504213" y="-4852"/>
                    <a:pt x="2470245" y="54591"/>
                  </a:cubicBezTo>
                  <a:cubicBezTo>
                    <a:pt x="2460939" y="70877"/>
                    <a:pt x="2461146" y="90985"/>
                    <a:pt x="2456597" y="109182"/>
                  </a:cubicBezTo>
                  <a:cubicBezTo>
                    <a:pt x="2509560" y="241587"/>
                    <a:pt x="2449648" y="117794"/>
                    <a:pt x="2538484" y="232012"/>
                  </a:cubicBezTo>
                  <a:cubicBezTo>
                    <a:pt x="2554770" y="252951"/>
                    <a:pt x="2562445" y="279873"/>
                    <a:pt x="2579427" y="300251"/>
                  </a:cubicBezTo>
                  <a:cubicBezTo>
                    <a:pt x="2663552" y="401201"/>
                    <a:pt x="2645870" y="373056"/>
                    <a:pt x="2715905" y="423081"/>
                  </a:cubicBezTo>
                  <a:cubicBezTo>
                    <a:pt x="2798583" y="482137"/>
                    <a:pt x="2739587" y="448569"/>
                    <a:pt x="2825087" y="491320"/>
                  </a:cubicBezTo>
                  <a:cubicBezTo>
                    <a:pt x="2834185" y="509517"/>
                    <a:pt x="2852382" y="525566"/>
                    <a:pt x="2852382" y="545911"/>
                  </a:cubicBezTo>
                  <a:cubicBezTo>
                    <a:pt x="2852382" y="596868"/>
                    <a:pt x="2815085" y="646291"/>
                    <a:pt x="2784144" y="682388"/>
                  </a:cubicBezTo>
                  <a:cubicBezTo>
                    <a:pt x="2771583" y="697042"/>
                    <a:pt x="2759567" y="713102"/>
                    <a:pt x="2743200" y="723331"/>
                  </a:cubicBezTo>
                  <a:cubicBezTo>
                    <a:pt x="2708937" y="744745"/>
                    <a:pt x="2659381" y="754522"/>
                    <a:pt x="2620370" y="764275"/>
                  </a:cubicBezTo>
                  <a:cubicBezTo>
                    <a:pt x="2602173" y="759726"/>
                    <a:pt x="2577787" y="765037"/>
                    <a:pt x="2565779" y="750627"/>
                  </a:cubicBezTo>
                  <a:cubicBezTo>
                    <a:pt x="2540681" y="720509"/>
                    <a:pt x="2554485" y="644267"/>
                    <a:pt x="2565779" y="614149"/>
                  </a:cubicBezTo>
                  <a:cubicBezTo>
                    <a:pt x="2583976" y="565624"/>
                    <a:pt x="2597625" y="576239"/>
                    <a:pt x="2634018" y="545911"/>
                  </a:cubicBezTo>
                  <a:cubicBezTo>
                    <a:pt x="2648845" y="533555"/>
                    <a:pt x="2659255" y="516185"/>
                    <a:pt x="2674961" y="504967"/>
                  </a:cubicBezTo>
                  <a:cubicBezTo>
                    <a:pt x="2704472" y="483887"/>
                    <a:pt x="2737085" y="475161"/>
                    <a:pt x="2770496" y="464024"/>
                  </a:cubicBezTo>
                  <a:cubicBezTo>
                    <a:pt x="2784144" y="468573"/>
                    <a:pt x="2798082" y="483015"/>
                    <a:pt x="2811439" y="477672"/>
                  </a:cubicBezTo>
                  <a:cubicBezTo>
                    <a:pt x="2857797" y="459129"/>
                    <a:pt x="2832813" y="409179"/>
                    <a:pt x="2825087" y="382137"/>
                  </a:cubicBezTo>
                  <a:cubicBezTo>
                    <a:pt x="2821135" y="368305"/>
                    <a:pt x="2819801" y="352900"/>
                    <a:pt x="2811439" y="341194"/>
                  </a:cubicBezTo>
                  <a:cubicBezTo>
                    <a:pt x="2796481" y="320253"/>
                    <a:pt x="2779506" y="298804"/>
                    <a:pt x="2756848" y="286603"/>
                  </a:cubicBezTo>
                  <a:cubicBezTo>
                    <a:pt x="2699793" y="255881"/>
                    <a:pt x="2629157" y="244688"/>
                    <a:pt x="2565779" y="232012"/>
                  </a:cubicBezTo>
                  <a:cubicBezTo>
                    <a:pt x="2515737" y="236561"/>
                    <a:pt x="2465397" y="238554"/>
                    <a:pt x="2415654" y="245660"/>
                  </a:cubicBezTo>
                  <a:cubicBezTo>
                    <a:pt x="2385941" y="249905"/>
                    <a:pt x="2356134" y="267964"/>
                    <a:pt x="2333767" y="286603"/>
                  </a:cubicBezTo>
                  <a:cubicBezTo>
                    <a:pt x="2318940" y="298959"/>
                    <a:pt x="2310087" y="318914"/>
                    <a:pt x="2292824" y="327546"/>
                  </a:cubicBezTo>
                  <a:cubicBezTo>
                    <a:pt x="2271983" y="337967"/>
                    <a:pt x="2115795" y="354793"/>
                    <a:pt x="2115403" y="354842"/>
                  </a:cubicBezTo>
                  <a:cubicBezTo>
                    <a:pt x="2124502" y="368490"/>
                    <a:pt x="2131101" y="384187"/>
                    <a:pt x="2142699" y="395785"/>
                  </a:cubicBezTo>
                  <a:cubicBezTo>
                    <a:pt x="2164150" y="417236"/>
                    <a:pt x="2214144" y="436993"/>
                    <a:pt x="2238233" y="450376"/>
                  </a:cubicBezTo>
                  <a:cubicBezTo>
                    <a:pt x="2261421" y="463258"/>
                    <a:pt x="2282232" y="480547"/>
                    <a:pt x="2306472" y="491320"/>
                  </a:cubicBezTo>
                  <a:cubicBezTo>
                    <a:pt x="2323612" y="498938"/>
                    <a:pt x="2343028" y="499814"/>
                    <a:pt x="2361063" y="504967"/>
                  </a:cubicBezTo>
                  <a:cubicBezTo>
                    <a:pt x="2374895" y="508919"/>
                    <a:pt x="2388358" y="514066"/>
                    <a:pt x="2402006" y="518615"/>
                  </a:cubicBezTo>
                  <a:cubicBezTo>
                    <a:pt x="2461146" y="514066"/>
                    <a:pt x="2520610" y="512639"/>
                    <a:pt x="2579427" y="504967"/>
                  </a:cubicBezTo>
                  <a:cubicBezTo>
                    <a:pt x="2644200" y="496518"/>
                    <a:pt x="2707324" y="479817"/>
                    <a:pt x="2770496" y="464024"/>
                  </a:cubicBezTo>
                  <a:cubicBezTo>
                    <a:pt x="2802341" y="482221"/>
                    <a:pt x="2841663" y="491202"/>
                    <a:pt x="2866030" y="518615"/>
                  </a:cubicBezTo>
                  <a:cubicBezTo>
                    <a:pt x="2902799" y="559981"/>
                    <a:pt x="2862313" y="649285"/>
                    <a:pt x="2852382" y="682388"/>
                  </a:cubicBezTo>
                  <a:cubicBezTo>
                    <a:pt x="2848248" y="696167"/>
                    <a:pt x="2847366" y="711822"/>
                    <a:pt x="2838735" y="723331"/>
                  </a:cubicBezTo>
                  <a:cubicBezTo>
                    <a:pt x="2819434" y="749066"/>
                    <a:pt x="2798819" y="776319"/>
                    <a:pt x="2770496" y="791570"/>
                  </a:cubicBezTo>
                  <a:cubicBezTo>
                    <a:pt x="2737466" y="809356"/>
                    <a:pt x="2661314" y="818866"/>
                    <a:pt x="2661314" y="818866"/>
                  </a:cubicBezTo>
                  <a:lnTo>
                    <a:pt x="2565779" y="791570"/>
                  </a:lnTo>
                  <a:cubicBezTo>
                    <a:pt x="2552000" y="787436"/>
                    <a:pt x="2527657" y="792030"/>
                    <a:pt x="2524836" y="777923"/>
                  </a:cubicBezTo>
                  <a:cubicBezTo>
                    <a:pt x="2520846" y="757973"/>
                    <a:pt x="2537746" y="737717"/>
                    <a:pt x="2552132" y="723331"/>
                  </a:cubicBezTo>
                  <a:cubicBezTo>
                    <a:pt x="2566518" y="708945"/>
                    <a:pt x="2587603" y="702989"/>
                    <a:pt x="2606723" y="696036"/>
                  </a:cubicBezTo>
                  <a:cubicBezTo>
                    <a:pt x="2637848" y="684718"/>
                    <a:pt x="2670535" y="678257"/>
                    <a:pt x="2702257" y="668740"/>
                  </a:cubicBezTo>
                  <a:cubicBezTo>
                    <a:pt x="2716036" y="664606"/>
                    <a:pt x="2729552" y="659642"/>
                    <a:pt x="2743200" y="655093"/>
                  </a:cubicBezTo>
                  <a:cubicBezTo>
                    <a:pt x="2734102" y="636896"/>
                    <a:pt x="2733069" y="611425"/>
                    <a:pt x="2715905" y="600502"/>
                  </a:cubicBezTo>
                  <a:cubicBezTo>
                    <a:pt x="2679494" y="577331"/>
                    <a:pt x="2593075" y="559558"/>
                    <a:pt x="2593075" y="559558"/>
                  </a:cubicBezTo>
                  <a:cubicBezTo>
                    <a:pt x="2606723" y="536812"/>
                    <a:pt x="2618102" y="512541"/>
                    <a:pt x="2634018" y="491320"/>
                  </a:cubicBezTo>
                  <a:cubicBezTo>
                    <a:pt x="2652170" y="467117"/>
                    <a:pt x="2705334" y="423272"/>
                    <a:pt x="2729552" y="409433"/>
                  </a:cubicBezTo>
                  <a:cubicBezTo>
                    <a:pt x="2742043" y="402295"/>
                    <a:pt x="2757273" y="401452"/>
                    <a:pt x="2770496" y="395785"/>
                  </a:cubicBezTo>
                  <a:cubicBezTo>
                    <a:pt x="2789196" y="387771"/>
                    <a:pt x="2805786" y="374924"/>
                    <a:pt x="2825087" y="368490"/>
                  </a:cubicBezTo>
                  <a:cubicBezTo>
                    <a:pt x="2860676" y="356627"/>
                    <a:pt x="2934269" y="341194"/>
                    <a:pt x="2934269" y="341194"/>
                  </a:cubicBezTo>
                  <a:cubicBezTo>
                    <a:pt x="2966114" y="350293"/>
                    <a:pt x="2999053" y="356190"/>
                    <a:pt x="3029803" y="368490"/>
                  </a:cubicBezTo>
                  <a:cubicBezTo>
                    <a:pt x="3045032" y="374582"/>
                    <a:pt x="3056408" y="387819"/>
                    <a:pt x="3070746" y="395785"/>
                  </a:cubicBezTo>
                  <a:cubicBezTo>
                    <a:pt x="3097423" y="410605"/>
                    <a:pt x="3125337" y="423080"/>
                    <a:pt x="3152633" y="436728"/>
                  </a:cubicBezTo>
                  <a:cubicBezTo>
                    <a:pt x="3198126" y="482221"/>
                    <a:pt x="3268767" y="512171"/>
                    <a:pt x="3289111" y="573206"/>
                  </a:cubicBezTo>
                  <a:lnTo>
                    <a:pt x="3316406" y="655093"/>
                  </a:lnTo>
                  <a:cubicBezTo>
                    <a:pt x="3311857" y="686938"/>
                    <a:pt x="3314705" y="720760"/>
                    <a:pt x="3302758" y="750627"/>
                  </a:cubicBezTo>
                  <a:cubicBezTo>
                    <a:pt x="3294612" y="770993"/>
                    <a:pt x="3219648" y="823196"/>
                    <a:pt x="3207224" y="832514"/>
                  </a:cubicBezTo>
                  <a:cubicBezTo>
                    <a:pt x="3211773" y="855260"/>
                    <a:pt x="3210498" y="880004"/>
                    <a:pt x="3220872" y="900752"/>
                  </a:cubicBezTo>
                  <a:cubicBezTo>
                    <a:pt x="3237961" y="934931"/>
                    <a:pt x="3275883" y="946596"/>
                    <a:pt x="3302758" y="968991"/>
                  </a:cubicBezTo>
                  <a:cubicBezTo>
                    <a:pt x="3317586" y="981347"/>
                    <a:pt x="3328875" y="997578"/>
                    <a:pt x="3343702" y="1009934"/>
                  </a:cubicBezTo>
                  <a:cubicBezTo>
                    <a:pt x="3356303" y="1020435"/>
                    <a:pt x="3372191" y="1026555"/>
                    <a:pt x="3384645" y="1037230"/>
                  </a:cubicBezTo>
                  <a:cubicBezTo>
                    <a:pt x="3436125" y="1081356"/>
                    <a:pt x="3434336" y="1084471"/>
                    <a:pt x="3466532" y="1132764"/>
                  </a:cubicBezTo>
                  <a:cubicBezTo>
                    <a:pt x="3476023" y="1161240"/>
                    <a:pt x="3495885" y="1215188"/>
                    <a:pt x="3493827" y="1241946"/>
                  </a:cubicBezTo>
                  <a:cubicBezTo>
                    <a:pt x="3485385" y="1351693"/>
                    <a:pt x="3452155" y="1359779"/>
                    <a:pt x="3411941" y="1460311"/>
                  </a:cubicBezTo>
                  <a:cubicBezTo>
                    <a:pt x="3377089" y="1547439"/>
                    <a:pt x="3395601" y="1506637"/>
                    <a:pt x="3357349" y="1583140"/>
                  </a:cubicBezTo>
                  <a:cubicBezTo>
                    <a:pt x="3352800" y="1605886"/>
                    <a:pt x="3349328" y="1628875"/>
                    <a:pt x="3343702" y="1651379"/>
                  </a:cubicBezTo>
                  <a:cubicBezTo>
                    <a:pt x="3340213" y="1665336"/>
                    <a:pt x="3330054" y="1677937"/>
                    <a:pt x="3330054" y="1692323"/>
                  </a:cubicBezTo>
                  <a:cubicBezTo>
                    <a:pt x="3330054" y="1738042"/>
                    <a:pt x="3331142" y="1784840"/>
                    <a:pt x="3343702" y="1828800"/>
                  </a:cubicBezTo>
                  <a:cubicBezTo>
                    <a:pt x="3349951" y="1850671"/>
                    <a:pt x="3367814" y="1868090"/>
                    <a:pt x="3384645" y="1883391"/>
                  </a:cubicBezTo>
                  <a:cubicBezTo>
                    <a:pt x="3418307" y="1913993"/>
                    <a:pt x="3455975" y="1940043"/>
                    <a:pt x="3493827" y="1965278"/>
                  </a:cubicBezTo>
                  <a:cubicBezTo>
                    <a:pt x="3507475" y="1974376"/>
                    <a:pt x="3520099" y="1985238"/>
                    <a:pt x="3534770" y="1992573"/>
                  </a:cubicBezTo>
                  <a:cubicBezTo>
                    <a:pt x="3547637" y="1999007"/>
                    <a:pt x="3562066" y="2001672"/>
                    <a:pt x="3575714" y="2006221"/>
                  </a:cubicBezTo>
                  <a:cubicBezTo>
                    <a:pt x="3582574" y="1944478"/>
                    <a:pt x="3603009" y="1770813"/>
                    <a:pt x="3603009" y="1719618"/>
                  </a:cubicBezTo>
                  <a:cubicBezTo>
                    <a:pt x="3603009" y="1707677"/>
                    <a:pt x="3611167" y="1517569"/>
                    <a:pt x="3575714" y="1446663"/>
                  </a:cubicBezTo>
                  <a:cubicBezTo>
                    <a:pt x="3568379" y="1431992"/>
                    <a:pt x="3557517" y="1419368"/>
                    <a:pt x="3548418" y="1405720"/>
                  </a:cubicBezTo>
                  <a:cubicBezTo>
                    <a:pt x="3478733" y="1428947"/>
                    <a:pt x="3493827" y="1410236"/>
                    <a:pt x="3493827" y="1528549"/>
                  </a:cubicBezTo>
                  <a:cubicBezTo>
                    <a:pt x="3493827" y="1655278"/>
                    <a:pt x="3496361" y="1754519"/>
                    <a:pt x="3534770" y="1869743"/>
                  </a:cubicBezTo>
                  <a:cubicBezTo>
                    <a:pt x="3543869" y="1897039"/>
                    <a:pt x="3550381" y="1925338"/>
                    <a:pt x="3562066" y="1951630"/>
                  </a:cubicBezTo>
                  <a:cubicBezTo>
                    <a:pt x="3568728" y="1966619"/>
                    <a:pt x="3582026" y="1977902"/>
                    <a:pt x="3589361" y="1992573"/>
                  </a:cubicBezTo>
                  <a:cubicBezTo>
                    <a:pt x="3600317" y="2014485"/>
                    <a:pt x="3605701" y="2038900"/>
                    <a:pt x="3616657" y="2060812"/>
                  </a:cubicBezTo>
                  <a:cubicBezTo>
                    <a:pt x="3669569" y="2166636"/>
                    <a:pt x="3623296" y="2039787"/>
                    <a:pt x="3657600" y="2142699"/>
                  </a:cubicBezTo>
                  <a:cubicBezTo>
                    <a:pt x="3579185" y="2194975"/>
                    <a:pt x="3628255" y="2158396"/>
                    <a:pt x="3521123" y="2265528"/>
                  </a:cubicBezTo>
                  <a:cubicBezTo>
                    <a:pt x="3490939" y="2295712"/>
                    <a:pt x="3471885" y="2309412"/>
                    <a:pt x="3452884" y="2347415"/>
                  </a:cubicBezTo>
                  <a:cubicBezTo>
                    <a:pt x="3446450" y="2360282"/>
                    <a:pt x="3443785" y="2374710"/>
                    <a:pt x="3439236" y="2388358"/>
                  </a:cubicBezTo>
                  <a:cubicBezTo>
                    <a:pt x="3443785" y="2411104"/>
                    <a:pt x="3447258" y="2434093"/>
                    <a:pt x="3452884" y="2456597"/>
                  </a:cubicBezTo>
                  <a:cubicBezTo>
                    <a:pt x="3458789" y="2480217"/>
                    <a:pt x="3487568" y="2553261"/>
                    <a:pt x="3493827" y="2565779"/>
                  </a:cubicBezTo>
                  <a:cubicBezTo>
                    <a:pt x="3501163" y="2580450"/>
                    <a:pt x="3513787" y="2592052"/>
                    <a:pt x="3521123" y="2606723"/>
                  </a:cubicBezTo>
                  <a:cubicBezTo>
                    <a:pt x="3537441" y="2639360"/>
                    <a:pt x="3550254" y="2680470"/>
                    <a:pt x="3562066" y="2715905"/>
                  </a:cubicBezTo>
                  <a:cubicBezTo>
                    <a:pt x="3548418" y="2761397"/>
                    <a:pt x="3541026" y="2809258"/>
                    <a:pt x="3521123" y="2852382"/>
                  </a:cubicBezTo>
                  <a:cubicBezTo>
                    <a:pt x="3506170" y="2884780"/>
                    <a:pt x="3464295" y="2899739"/>
                    <a:pt x="3439236" y="2920621"/>
                  </a:cubicBezTo>
                  <a:cubicBezTo>
                    <a:pt x="3424409" y="2932977"/>
                    <a:pt x="3413999" y="2950346"/>
                    <a:pt x="3398293" y="2961564"/>
                  </a:cubicBezTo>
                  <a:cubicBezTo>
                    <a:pt x="3368779" y="2982646"/>
                    <a:pt x="3336172" y="2991370"/>
                    <a:pt x="3302758" y="3002508"/>
                  </a:cubicBezTo>
                  <a:cubicBezTo>
                    <a:pt x="3207224" y="2993409"/>
                    <a:pt x="3111333" y="2987493"/>
                    <a:pt x="3016155" y="2975212"/>
                  </a:cubicBezTo>
                  <a:cubicBezTo>
                    <a:pt x="2668340" y="2930333"/>
                    <a:pt x="3005103" y="2974627"/>
                    <a:pt x="2825087" y="2920621"/>
                  </a:cubicBezTo>
                  <a:cubicBezTo>
                    <a:pt x="2798582" y="2912669"/>
                    <a:pt x="2770496" y="2911522"/>
                    <a:pt x="2743200" y="2906973"/>
                  </a:cubicBezTo>
                  <a:cubicBezTo>
                    <a:pt x="2711355" y="2893325"/>
                    <a:pt x="2679206" y="2880367"/>
                    <a:pt x="2647666" y="2866030"/>
                  </a:cubicBezTo>
                  <a:cubicBezTo>
                    <a:pt x="2629145" y="2857611"/>
                    <a:pt x="2611888" y="2846480"/>
                    <a:pt x="2593075" y="2838734"/>
                  </a:cubicBezTo>
                  <a:cubicBezTo>
                    <a:pt x="2534484" y="2814608"/>
                    <a:pt x="2475766" y="2790534"/>
                    <a:pt x="2415654" y="2770496"/>
                  </a:cubicBezTo>
                  <a:cubicBezTo>
                    <a:pt x="2388358" y="2761397"/>
                    <a:pt x="2361326" y="2751468"/>
                    <a:pt x="2333767" y="2743200"/>
                  </a:cubicBezTo>
                  <a:cubicBezTo>
                    <a:pt x="2162335" y="2691770"/>
                    <a:pt x="2375878" y="2761785"/>
                    <a:pt x="2238233" y="2715905"/>
                  </a:cubicBezTo>
                  <a:cubicBezTo>
                    <a:pt x="2242782" y="2702257"/>
                    <a:pt x="2245447" y="2687828"/>
                    <a:pt x="2251881" y="2674961"/>
                  </a:cubicBezTo>
                  <a:cubicBezTo>
                    <a:pt x="2259216" y="2660290"/>
                    <a:pt x="2271038" y="2648259"/>
                    <a:pt x="2279176" y="2634018"/>
                  </a:cubicBezTo>
                  <a:cubicBezTo>
                    <a:pt x="2289270" y="2616354"/>
                    <a:pt x="2296378" y="2597091"/>
                    <a:pt x="2306472" y="2579427"/>
                  </a:cubicBezTo>
                  <a:cubicBezTo>
                    <a:pt x="2314610" y="2565186"/>
                    <a:pt x="2325629" y="2552725"/>
                    <a:pt x="2333767" y="2538484"/>
                  </a:cubicBezTo>
                  <a:cubicBezTo>
                    <a:pt x="2343861" y="2520820"/>
                    <a:pt x="2353507" y="2502783"/>
                    <a:pt x="2361063" y="2483893"/>
                  </a:cubicBezTo>
                  <a:cubicBezTo>
                    <a:pt x="2371749" y="2457179"/>
                    <a:pt x="2388358" y="2402006"/>
                    <a:pt x="2388358" y="2402006"/>
                  </a:cubicBezTo>
                  <a:cubicBezTo>
                    <a:pt x="2383809" y="2370161"/>
                    <a:pt x="2389097" y="2335244"/>
                    <a:pt x="2374711" y="2306472"/>
                  </a:cubicBezTo>
                  <a:cubicBezTo>
                    <a:pt x="2358481" y="2274012"/>
                    <a:pt x="2278815" y="2249006"/>
                    <a:pt x="2251881" y="2238233"/>
                  </a:cubicBezTo>
                  <a:cubicBezTo>
                    <a:pt x="2220036" y="2242782"/>
                    <a:pt x="2187381" y="2243417"/>
                    <a:pt x="2156346" y="2251881"/>
                  </a:cubicBezTo>
                  <a:cubicBezTo>
                    <a:pt x="2136718" y="2257234"/>
                    <a:pt x="2119540" y="2269296"/>
                    <a:pt x="2101755" y="2279176"/>
                  </a:cubicBezTo>
                  <a:cubicBezTo>
                    <a:pt x="2050948" y="2307402"/>
                    <a:pt x="2013955" y="2326546"/>
                    <a:pt x="1978926" y="2374711"/>
                  </a:cubicBezTo>
                  <a:cubicBezTo>
                    <a:pt x="1953054" y="2410285"/>
                    <a:pt x="1919208" y="2480499"/>
                    <a:pt x="1897039" y="2524836"/>
                  </a:cubicBezTo>
                  <a:cubicBezTo>
                    <a:pt x="1889335" y="2578761"/>
                    <a:pt x="1870430" y="2635391"/>
                    <a:pt x="1897039" y="2688609"/>
                  </a:cubicBezTo>
                  <a:cubicBezTo>
                    <a:pt x="1914540" y="2723612"/>
                    <a:pt x="1939279" y="2754894"/>
                    <a:pt x="1965278" y="2784143"/>
                  </a:cubicBezTo>
                  <a:cubicBezTo>
                    <a:pt x="1976175" y="2796402"/>
                    <a:pt x="1992312" y="2802746"/>
                    <a:pt x="2006221" y="2811439"/>
                  </a:cubicBezTo>
                  <a:cubicBezTo>
                    <a:pt x="2028715" y="2825498"/>
                    <a:pt x="2050220" y="2841609"/>
                    <a:pt x="2074460" y="2852382"/>
                  </a:cubicBezTo>
                  <a:cubicBezTo>
                    <a:pt x="2091600" y="2860000"/>
                    <a:pt x="2111016" y="2860877"/>
                    <a:pt x="2129051" y="2866030"/>
                  </a:cubicBezTo>
                  <a:cubicBezTo>
                    <a:pt x="2180206" y="2880646"/>
                    <a:pt x="2165924" y="2882661"/>
                    <a:pt x="2224585" y="2893326"/>
                  </a:cubicBezTo>
                  <a:cubicBezTo>
                    <a:pt x="2256234" y="2899080"/>
                    <a:pt x="2288275" y="2902424"/>
                    <a:pt x="2320120" y="2906973"/>
                  </a:cubicBezTo>
                  <a:cubicBezTo>
                    <a:pt x="2338317" y="2920621"/>
                    <a:pt x="2354962" y="2936632"/>
                    <a:pt x="2374711" y="2947917"/>
                  </a:cubicBezTo>
                  <a:cubicBezTo>
                    <a:pt x="2406468" y="2966064"/>
                    <a:pt x="2490193" y="2972213"/>
                    <a:pt x="2511188" y="2975212"/>
                  </a:cubicBezTo>
                  <a:cubicBezTo>
                    <a:pt x="2579427" y="2970663"/>
                    <a:pt x="2648722" y="2974361"/>
                    <a:pt x="2715905" y="2961564"/>
                  </a:cubicBezTo>
                  <a:cubicBezTo>
                    <a:pt x="2745883" y="2955854"/>
                    <a:pt x="2771114" y="2935441"/>
                    <a:pt x="2797791" y="2920621"/>
                  </a:cubicBezTo>
                  <a:cubicBezTo>
                    <a:pt x="2826750" y="2904533"/>
                    <a:pt x="2868479" y="2870130"/>
                    <a:pt x="2893326" y="2852382"/>
                  </a:cubicBezTo>
                  <a:cubicBezTo>
                    <a:pt x="2906673" y="2842848"/>
                    <a:pt x="2920621" y="2834185"/>
                    <a:pt x="2934269" y="2825087"/>
                  </a:cubicBezTo>
                  <a:cubicBezTo>
                    <a:pt x="2952466" y="2829636"/>
                    <a:pt x="2972083" y="2830346"/>
                    <a:pt x="2988860" y="2838734"/>
                  </a:cubicBezTo>
                  <a:cubicBezTo>
                    <a:pt x="3036312" y="2862460"/>
                    <a:pt x="3125338" y="2920621"/>
                    <a:pt x="3125338" y="2920621"/>
                  </a:cubicBezTo>
                  <a:cubicBezTo>
                    <a:pt x="3154836" y="2957493"/>
                    <a:pt x="3183947" y="2999032"/>
                    <a:pt x="3220872" y="3029803"/>
                  </a:cubicBezTo>
                  <a:cubicBezTo>
                    <a:pt x="3233473" y="3040304"/>
                    <a:pt x="3248167" y="3048000"/>
                    <a:pt x="3261815" y="3057099"/>
                  </a:cubicBezTo>
                  <a:cubicBezTo>
                    <a:pt x="3283415" y="3089498"/>
                    <a:pt x="3304665" y="3123013"/>
                    <a:pt x="3330054" y="3152633"/>
                  </a:cubicBezTo>
                  <a:cubicBezTo>
                    <a:pt x="3342615" y="3167287"/>
                    <a:pt x="3357349" y="3179928"/>
                    <a:pt x="3370997" y="3193576"/>
                  </a:cubicBezTo>
                  <a:cubicBezTo>
                    <a:pt x="3407391" y="3189027"/>
                    <a:pt x="3444913" y="3190004"/>
                    <a:pt x="3480179" y="3179928"/>
                  </a:cubicBezTo>
                  <a:cubicBezTo>
                    <a:pt x="3542326" y="3162172"/>
                    <a:pt x="3567529" y="3132431"/>
                    <a:pt x="3616657" y="3098042"/>
                  </a:cubicBezTo>
                  <a:cubicBezTo>
                    <a:pt x="3643532" y="3079230"/>
                    <a:pt x="3672649" y="3063591"/>
                    <a:pt x="3698544" y="3043451"/>
                  </a:cubicBezTo>
                  <a:cubicBezTo>
                    <a:pt x="3713779" y="3031602"/>
                    <a:pt x="3724833" y="3015069"/>
                    <a:pt x="3739487" y="3002508"/>
                  </a:cubicBezTo>
                  <a:cubicBezTo>
                    <a:pt x="3756757" y="2987705"/>
                    <a:pt x="3776808" y="2976367"/>
                    <a:pt x="3794078" y="2961564"/>
                  </a:cubicBezTo>
                  <a:cubicBezTo>
                    <a:pt x="3886020" y="2882756"/>
                    <a:pt x="3785478" y="2953649"/>
                    <a:pt x="3875964" y="2893326"/>
                  </a:cubicBezTo>
                  <a:cubicBezTo>
                    <a:pt x="3885063" y="2879678"/>
                    <a:pt x="3891661" y="2863981"/>
                    <a:pt x="3903260" y="2852382"/>
                  </a:cubicBezTo>
                  <a:cubicBezTo>
                    <a:pt x="3934676" y="2820966"/>
                    <a:pt x="3957033" y="2821880"/>
                    <a:pt x="3998794" y="2811439"/>
                  </a:cubicBezTo>
                  <a:cubicBezTo>
                    <a:pt x="4044287" y="2815988"/>
                    <a:pt x="4090567" y="2815507"/>
                    <a:pt x="4135272" y="2825087"/>
                  </a:cubicBezTo>
                  <a:cubicBezTo>
                    <a:pt x="4187866" y="2836357"/>
                    <a:pt x="4186374" y="2859930"/>
                    <a:pt x="4230806" y="2879678"/>
                  </a:cubicBezTo>
                  <a:cubicBezTo>
                    <a:pt x="4257098" y="2891363"/>
                    <a:pt x="4312693" y="2906973"/>
                    <a:pt x="4312693" y="2906973"/>
                  </a:cubicBezTo>
                  <a:cubicBezTo>
                    <a:pt x="4330890" y="2884227"/>
                    <a:pt x="4352297" y="2863712"/>
                    <a:pt x="4367284" y="2838734"/>
                  </a:cubicBezTo>
                  <a:cubicBezTo>
                    <a:pt x="4398721" y="2786340"/>
                    <a:pt x="4394010" y="2759123"/>
                    <a:pt x="4408227" y="2702257"/>
                  </a:cubicBezTo>
                  <a:cubicBezTo>
                    <a:pt x="4411716" y="2688301"/>
                    <a:pt x="4417326" y="2674962"/>
                    <a:pt x="4421875" y="2661314"/>
                  </a:cubicBezTo>
                  <a:cubicBezTo>
                    <a:pt x="4417326" y="2638568"/>
                    <a:pt x="4421094" y="2612376"/>
                    <a:pt x="4408227" y="2593075"/>
                  </a:cubicBezTo>
                  <a:cubicBezTo>
                    <a:pt x="4400247" y="2581105"/>
                    <a:pt x="4380151" y="2572994"/>
                    <a:pt x="4367284" y="2579427"/>
                  </a:cubicBezTo>
                  <a:cubicBezTo>
                    <a:pt x="4354417" y="2585860"/>
                    <a:pt x="4357588" y="2606538"/>
                    <a:pt x="4353636" y="2620370"/>
                  </a:cubicBezTo>
                  <a:cubicBezTo>
                    <a:pt x="4348483" y="2638405"/>
                    <a:pt x="4344537" y="2656764"/>
                    <a:pt x="4339988" y="2674961"/>
                  </a:cubicBezTo>
                  <a:cubicBezTo>
                    <a:pt x="4349087" y="2702257"/>
                    <a:pt x="4350784" y="2733277"/>
                    <a:pt x="4367284" y="2756848"/>
                  </a:cubicBezTo>
                  <a:cubicBezTo>
                    <a:pt x="4401146" y="2805222"/>
                    <a:pt x="4430414" y="2809736"/>
                    <a:pt x="4476466" y="2825087"/>
                  </a:cubicBezTo>
                  <a:cubicBezTo>
                    <a:pt x="4565049" y="2816229"/>
                    <a:pt x="4712386" y="2810461"/>
                    <a:pt x="4817660" y="2784143"/>
                  </a:cubicBezTo>
                  <a:cubicBezTo>
                    <a:pt x="4868876" y="2771339"/>
                    <a:pt x="4858504" y="2766639"/>
                    <a:pt x="4913194" y="2743200"/>
                  </a:cubicBezTo>
                  <a:cubicBezTo>
                    <a:pt x="4926417" y="2737533"/>
                    <a:pt x="4940668" y="2734603"/>
                    <a:pt x="4954138" y="2729552"/>
                  </a:cubicBezTo>
                  <a:cubicBezTo>
                    <a:pt x="4977076" y="2720950"/>
                    <a:pt x="4999630" y="2711355"/>
                    <a:pt x="5022376" y="2702257"/>
                  </a:cubicBezTo>
                  <a:cubicBezTo>
                    <a:pt x="5036024" y="2711355"/>
                    <a:pt x="5058133" y="2713991"/>
                    <a:pt x="5063320" y="2729552"/>
                  </a:cubicBezTo>
                  <a:cubicBezTo>
                    <a:pt x="5081267" y="2783393"/>
                    <a:pt x="4960849" y="2877581"/>
                    <a:pt x="4954138" y="2879678"/>
                  </a:cubicBezTo>
                  <a:cubicBezTo>
                    <a:pt x="4886127" y="2900932"/>
                    <a:pt x="4718179" y="2958039"/>
                    <a:pt x="4626591" y="2975212"/>
                  </a:cubicBezTo>
                  <a:cubicBezTo>
                    <a:pt x="4590542" y="2981971"/>
                    <a:pt x="4553660" y="2983283"/>
                    <a:pt x="4517409" y="2988860"/>
                  </a:cubicBezTo>
                  <a:cubicBezTo>
                    <a:pt x="4494482" y="2992387"/>
                    <a:pt x="4471916" y="2997959"/>
                    <a:pt x="4449170" y="3002508"/>
                  </a:cubicBezTo>
                  <a:cubicBezTo>
                    <a:pt x="4430973" y="2997959"/>
                    <a:pt x="4406786" y="3003102"/>
                    <a:pt x="4394579" y="2988860"/>
                  </a:cubicBezTo>
                  <a:cubicBezTo>
                    <a:pt x="4375855" y="2967014"/>
                    <a:pt x="4367284" y="2906973"/>
                    <a:pt x="4367284" y="2906973"/>
                  </a:cubicBezTo>
                  <a:cubicBezTo>
                    <a:pt x="4371833" y="2879678"/>
                    <a:pt x="4375505" y="2852222"/>
                    <a:pt x="4380932" y="2825087"/>
                  </a:cubicBezTo>
                  <a:cubicBezTo>
                    <a:pt x="4384610" y="2806694"/>
                    <a:pt x="4382227" y="2784612"/>
                    <a:pt x="4394579" y="2770496"/>
                  </a:cubicBezTo>
                  <a:cubicBezTo>
                    <a:pt x="4416181" y="2745808"/>
                    <a:pt x="4449591" y="2734718"/>
                    <a:pt x="4476466" y="2715905"/>
                  </a:cubicBezTo>
                  <a:cubicBezTo>
                    <a:pt x="4495101" y="2702861"/>
                    <a:pt x="4510712" y="2685133"/>
                    <a:pt x="4531057" y="2674961"/>
                  </a:cubicBezTo>
                  <a:cubicBezTo>
                    <a:pt x="4547834" y="2666573"/>
                    <a:pt x="4567194" y="2664669"/>
                    <a:pt x="4585648" y="2661314"/>
                  </a:cubicBezTo>
                  <a:cubicBezTo>
                    <a:pt x="4627090" y="2653779"/>
                    <a:pt x="4752336" y="2638772"/>
                    <a:pt x="4790364" y="2634018"/>
                  </a:cubicBezTo>
                  <a:cubicBezTo>
                    <a:pt x="4881349" y="2638567"/>
                    <a:pt x="4972924" y="2636367"/>
                    <a:pt x="5063320" y="2647666"/>
                  </a:cubicBezTo>
                  <a:cubicBezTo>
                    <a:pt x="5083508" y="2650189"/>
                    <a:pt x="5097587" y="2674037"/>
                    <a:pt x="5117911" y="2674961"/>
                  </a:cubicBezTo>
                  <a:cubicBezTo>
                    <a:pt x="5199839" y="2678685"/>
                    <a:pt x="5281684" y="2665863"/>
                    <a:pt x="5363570" y="2661314"/>
                  </a:cubicBezTo>
                  <a:cubicBezTo>
                    <a:pt x="5395415" y="2629469"/>
                    <a:pt x="5434124" y="2603251"/>
                    <a:pt x="5459105" y="2565779"/>
                  </a:cubicBezTo>
                  <a:lnTo>
                    <a:pt x="5513696" y="2483893"/>
                  </a:lnTo>
                  <a:cubicBezTo>
                    <a:pt x="5530221" y="2434318"/>
                    <a:pt x="5527344" y="2457335"/>
                    <a:pt x="5527344" y="2415654"/>
                  </a:cubicBezTo>
                </a:path>
              </a:pathLst>
            </a:custGeom>
            <a:noFill/>
            <a:ln cap="flat" cmpd="sng" w="22225">
              <a:solidFill>
                <a:srgbClr val="F4B081">
                  <a:alpha val="3333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5"/>
            <p:cNvSpPr/>
            <p:nvPr/>
          </p:nvSpPr>
          <p:spPr>
            <a:xfrm>
              <a:off x="4560627" y="4394447"/>
              <a:ext cx="73152" cy="7315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15"/>
            <p:cNvSpPr/>
            <p:nvPr/>
          </p:nvSpPr>
          <p:spPr>
            <a:xfrm>
              <a:off x="4957502" y="4172197"/>
              <a:ext cx="73152" cy="7315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5"/>
            <p:cNvSpPr/>
            <p:nvPr/>
          </p:nvSpPr>
          <p:spPr>
            <a:xfrm>
              <a:off x="4754302" y="4245349"/>
              <a:ext cx="73152" cy="7315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15"/>
            <p:cNvSpPr/>
            <p:nvPr/>
          </p:nvSpPr>
          <p:spPr>
            <a:xfrm>
              <a:off x="4633779" y="3900310"/>
              <a:ext cx="73152" cy="7315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15"/>
            <p:cNvSpPr/>
            <p:nvPr/>
          </p:nvSpPr>
          <p:spPr>
            <a:xfrm>
              <a:off x="5357679" y="3791803"/>
              <a:ext cx="73152" cy="7315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5"/>
            <p:cNvSpPr/>
            <p:nvPr/>
          </p:nvSpPr>
          <p:spPr>
            <a:xfrm>
              <a:off x="5503729" y="3973462"/>
              <a:ext cx="73152" cy="7315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15"/>
            <p:cNvSpPr/>
            <p:nvPr/>
          </p:nvSpPr>
          <p:spPr>
            <a:xfrm>
              <a:off x="5370621" y="4245349"/>
              <a:ext cx="73152" cy="7315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15"/>
            <p:cNvSpPr/>
            <p:nvPr/>
          </p:nvSpPr>
          <p:spPr>
            <a:xfrm>
              <a:off x="5164246" y="4467599"/>
              <a:ext cx="73152" cy="7315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5"/>
            <p:cNvSpPr/>
            <p:nvPr/>
          </p:nvSpPr>
          <p:spPr>
            <a:xfrm>
              <a:off x="5253000" y="4135621"/>
              <a:ext cx="73152" cy="7315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15"/>
            <p:cNvSpPr/>
            <p:nvPr/>
          </p:nvSpPr>
          <p:spPr>
            <a:xfrm>
              <a:off x="5827675" y="4352022"/>
              <a:ext cx="73152" cy="7315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15"/>
            <p:cNvSpPr/>
            <p:nvPr/>
          </p:nvSpPr>
          <p:spPr>
            <a:xfrm>
              <a:off x="6211850" y="4511026"/>
              <a:ext cx="73152" cy="7315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5"/>
            <p:cNvSpPr/>
            <p:nvPr/>
          </p:nvSpPr>
          <p:spPr>
            <a:xfrm>
              <a:off x="6658529" y="4208773"/>
              <a:ext cx="73152" cy="7315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15"/>
            <p:cNvSpPr/>
            <p:nvPr/>
          </p:nvSpPr>
          <p:spPr>
            <a:xfrm>
              <a:off x="6694045" y="4528799"/>
              <a:ext cx="73152" cy="7315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15"/>
            <p:cNvSpPr/>
            <p:nvPr/>
          </p:nvSpPr>
          <p:spPr>
            <a:xfrm>
              <a:off x="6405247" y="3863734"/>
              <a:ext cx="73152" cy="7315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5"/>
            <p:cNvSpPr/>
            <p:nvPr/>
          </p:nvSpPr>
          <p:spPr>
            <a:xfrm>
              <a:off x="5900827" y="3482734"/>
              <a:ext cx="73152" cy="7315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15"/>
            <p:cNvSpPr/>
            <p:nvPr/>
          </p:nvSpPr>
          <p:spPr>
            <a:xfrm>
              <a:off x="6532652" y="3355848"/>
              <a:ext cx="73152" cy="7315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15"/>
            <p:cNvSpPr/>
            <p:nvPr/>
          </p:nvSpPr>
          <p:spPr>
            <a:xfrm>
              <a:off x="6664500" y="3257818"/>
              <a:ext cx="73152" cy="7315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5"/>
            <p:cNvSpPr/>
            <p:nvPr/>
          </p:nvSpPr>
          <p:spPr>
            <a:xfrm>
              <a:off x="6285002" y="3294394"/>
              <a:ext cx="73152" cy="7315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15"/>
            <p:cNvSpPr/>
            <p:nvPr/>
          </p:nvSpPr>
          <p:spPr>
            <a:xfrm>
              <a:off x="6664500" y="3481335"/>
              <a:ext cx="73152" cy="7315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15"/>
            <p:cNvSpPr/>
            <p:nvPr/>
          </p:nvSpPr>
          <p:spPr>
            <a:xfrm>
              <a:off x="7048675" y="3554487"/>
              <a:ext cx="73152" cy="7315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15"/>
            <p:cNvSpPr/>
            <p:nvPr/>
          </p:nvSpPr>
          <p:spPr>
            <a:xfrm>
              <a:off x="7261906" y="3755227"/>
              <a:ext cx="73152" cy="7315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15"/>
            <p:cNvSpPr/>
            <p:nvPr/>
          </p:nvSpPr>
          <p:spPr>
            <a:xfrm>
              <a:off x="7262996" y="3973462"/>
              <a:ext cx="73152" cy="7315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15"/>
            <p:cNvSpPr/>
            <p:nvPr/>
          </p:nvSpPr>
          <p:spPr>
            <a:xfrm>
              <a:off x="7298482" y="4540751"/>
              <a:ext cx="73152" cy="7315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15"/>
            <p:cNvSpPr/>
            <p:nvPr/>
          </p:nvSpPr>
          <p:spPr>
            <a:xfrm>
              <a:off x="6532652" y="4601951"/>
              <a:ext cx="73152" cy="7315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15"/>
            <p:cNvSpPr/>
            <p:nvPr/>
          </p:nvSpPr>
          <p:spPr>
            <a:xfrm>
              <a:off x="6181245" y="4299896"/>
              <a:ext cx="73152" cy="7315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15"/>
            <p:cNvSpPr/>
            <p:nvPr/>
          </p:nvSpPr>
          <p:spPr>
            <a:xfrm>
              <a:off x="6022848" y="4542755"/>
              <a:ext cx="73152" cy="7315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15"/>
            <p:cNvSpPr/>
            <p:nvPr/>
          </p:nvSpPr>
          <p:spPr>
            <a:xfrm>
              <a:off x="6723327" y="4640611"/>
              <a:ext cx="73152" cy="7315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15"/>
            <p:cNvSpPr/>
            <p:nvPr/>
          </p:nvSpPr>
          <p:spPr>
            <a:xfrm>
              <a:off x="7177573" y="4775525"/>
              <a:ext cx="73152" cy="7315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p15"/>
            <p:cNvSpPr/>
            <p:nvPr/>
          </p:nvSpPr>
          <p:spPr>
            <a:xfrm>
              <a:off x="8128061" y="4511026"/>
              <a:ext cx="73152" cy="7315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15"/>
            <p:cNvSpPr/>
            <p:nvPr/>
          </p:nvSpPr>
          <p:spPr>
            <a:xfrm>
              <a:off x="8264586" y="4649024"/>
              <a:ext cx="73152" cy="7315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5"/>
            <p:cNvSpPr/>
            <p:nvPr/>
          </p:nvSpPr>
          <p:spPr>
            <a:xfrm>
              <a:off x="8864039" y="4394447"/>
              <a:ext cx="73152" cy="7315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2" name="Google Shape;122;p15"/>
          <p:cNvSpPr/>
          <p:nvPr/>
        </p:nvSpPr>
        <p:spPr>
          <a:xfrm>
            <a:off x="7324237" y="1414700"/>
            <a:ext cx="4339988" cy="1665027"/>
          </a:xfrm>
          <a:custGeom>
            <a:rect b="b" l="l" r="r" t="t"/>
            <a:pathLst>
              <a:path extrusionOk="0" h="3193576" w="5527535">
                <a:moveTo>
                  <a:pt x="95535" y="2483893"/>
                </a:moveTo>
                <a:cubicBezTo>
                  <a:pt x="72789" y="2470245"/>
                  <a:pt x="44559" y="2463090"/>
                  <a:pt x="27296" y="2442949"/>
                </a:cubicBezTo>
                <a:cubicBezTo>
                  <a:pt x="15089" y="2428708"/>
                  <a:pt x="17003" y="2406812"/>
                  <a:pt x="13648" y="2388358"/>
                </a:cubicBezTo>
                <a:cubicBezTo>
                  <a:pt x="7894" y="2356709"/>
                  <a:pt x="4549" y="2324669"/>
                  <a:pt x="0" y="2292824"/>
                </a:cubicBezTo>
                <a:cubicBezTo>
                  <a:pt x="9099" y="2265528"/>
                  <a:pt x="15390" y="2237130"/>
                  <a:pt x="27296" y="2210937"/>
                </a:cubicBezTo>
                <a:cubicBezTo>
                  <a:pt x="50037" y="2160907"/>
                  <a:pt x="79986" y="2122383"/>
                  <a:pt x="122830" y="2088108"/>
                </a:cubicBezTo>
                <a:cubicBezTo>
                  <a:pt x="148447" y="2067615"/>
                  <a:pt x="179100" y="2054010"/>
                  <a:pt x="204717" y="2033517"/>
                </a:cubicBezTo>
                <a:cubicBezTo>
                  <a:pt x="224812" y="2017441"/>
                  <a:pt x="239769" y="1995674"/>
                  <a:pt x="259308" y="1978926"/>
                </a:cubicBezTo>
                <a:cubicBezTo>
                  <a:pt x="390907" y="1866126"/>
                  <a:pt x="344494" y="1886839"/>
                  <a:pt x="436729" y="1856096"/>
                </a:cubicBezTo>
                <a:cubicBezTo>
                  <a:pt x="445827" y="1869744"/>
                  <a:pt x="454490" y="1883692"/>
                  <a:pt x="464024" y="1897039"/>
                </a:cubicBezTo>
                <a:cubicBezTo>
                  <a:pt x="477245" y="1915548"/>
                  <a:pt x="492912" y="1932341"/>
                  <a:pt x="504967" y="1951630"/>
                </a:cubicBezTo>
                <a:cubicBezTo>
                  <a:pt x="539482" y="2006854"/>
                  <a:pt x="525274" y="1995571"/>
                  <a:pt x="545911" y="2047164"/>
                </a:cubicBezTo>
                <a:cubicBezTo>
                  <a:pt x="627638" y="2251482"/>
                  <a:pt x="546025" y="2040599"/>
                  <a:pt x="627797" y="2224585"/>
                </a:cubicBezTo>
                <a:cubicBezTo>
                  <a:pt x="633640" y="2237731"/>
                  <a:pt x="635011" y="2252661"/>
                  <a:pt x="641445" y="2265528"/>
                </a:cubicBezTo>
                <a:cubicBezTo>
                  <a:pt x="653308" y="2289254"/>
                  <a:pt x="670525" y="2310041"/>
                  <a:pt x="682388" y="2333767"/>
                </a:cubicBezTo>
                <a:cubicBezTo>
                  <a:pt x="692177" y="2353346"/>
                  <a:pt x="705311" y="2411811"/>
                  <a:pt x="709684" y="2429302"/>
                </a:cubicBezTo>
                <a:cubicBezTo>
                  <a:pt x="604355" y="2455633"/>
                  <a:pt x="671053" y="2454176"/>
                  <a:pt x="532263" y="2347415"/>
                </a:cubicBezTo>
                <a:cubicBezTo>
                  <a:pt x="472305" y="2301294"/>
                  <a:pt x="334308" y="2204008"/>
                  <a:pt x="313899" y="2169994"/>
                </a:cubicBezTo>
                <a:cubicBezTo>
                  <a:pt x="261252" y="2082250"/>
                  <a:pt x="288871" y="2122976"/>
                  <a:pt x="232012" y="2047164"/>
                </a:cubicBezTo>
                <a:cubicBezTo>
                  <a:pt x="227463" y="2033516"/>
                  <a:pt x="224031" y="2019444"/>
                  <a:pt x="218364" y="2006221"/>
                </a:cubicBezTo>
                <a:cubicBezTo>
                  <a:pt x="192770" y="1946502"/>
                  <a:pt x="139274" y="1891502"/>
                  <a:pt x="204717" y="1815152"/>
                </a:cubicBezTo>
                <a:cubicBezTo>
                  <a:pt x="239370" y="1774723"/>
                  <a:pt x="304800" y="1778758"/>
                  <a:pt x="354842" y="1760561"/>
                </a:cubicBezTo>
                <a:cubicBezTo>
                  <a:pt x="332096" y="1737815"/>
                  <a:pt x="310812" y="1713506"/>
                  <a:pt x="286603" y="1692323"/>
                </a:cubicBezTo>
                <a:cubicBezTo>
                  <a:pt x="231752" y="1644329"/>
                  <a:pt x="254727" y="1688383"/>
                  <a:pt x="204717" y="1624084"/>
                </a:cubicBezTo>
                <a:cubicBezTo>
                  <a:pt x="184577" y="1598189"/>
                  <a:pt x="150126" y="1542197"/>
                  <a:pt x="150126" y="1542197"/>
                </a:cubicBezTo>
                <a:cubicBezTo>
                  <a:pt x="154675" y="1514902"/>
                  <a:pt x="150522" y="1484604"/>
                  <a:pt x="163773" y="1460311"/>
                </a:cubicBezTo>
                <a:cubicBezTo>
                  <a:pt x="179177" y="1432071"/>
                  <a:pt x="206277" y="1411373"/>
                  <a:pt x="232012" y="1392072"/>
                </a:cubicBezTo>
                <a:cubicBezTo>
                  <a:pt x="269697" y="1363808"/>
                  <a:pt x="346340" y="1325399"/>
                  <a:pt x="395785" y="1310185"/>
                </a:cubicBezTo>
                <a:cubicBezTo>
                  <a:pt x="431640" y="1299153"/>
                  <a:pt x="468573" y="1291988"/>
                  <a:pt x="504967" y="1282890"/>
                </a:cubicBezTo>
                <a:cubicBezTo>
                  <a:pt x="588056" y="1287263"/>
                  <a:pt x="936518" y="1259503"/>
                  <a:pt x="1105469" y="1337481"/>
                </a:cubicBezTo>
                <a:cubicBezTo>
                  <a:pt x="1138770" y="1352851"/>
                  <a:pt x="1170956" y="1371039"/>
                  <a:pt x="1201003" y="1392072"/>
                </a:cubicBezTo>
                <a:cubicBezTo>
                  <a:pt x="1231016" y="1413081"/>
                  <a:pt x="1262202" y="1460022"/>
                  <a:pt x="1282890" y="1487606"/>
                </a:cubicBezTo>
                <a:cubicBezTo>
                  <a:pt x="1278341" y="1537648"/>
                  <a:pt x="1279771" y="1588598"/>
                  <a:pt x="1269242" y="1637731"/>
                </a:cubicBezTo>
                <a:cubicBezTo>
                  <a:pt x="1265805" y="1653770"/>
                  <a:pt x="1251788" y="1665553"/>
                  <a:pt x="1241946" y="1678675"/>
                </a:cubicBezTo>
                <a:cubicBezTo>
                  <a:pt x="1224468" y="1701979"/>
                  <a:pt x="1209472" y="1727957"/>
                  <a:pt x="1187355" y="1746914"/>
                </a:cubicBezTo>
                <a:cubicBezTo>
                  <a:pt x="1176432" y="1756276"/>
                  <a:pt x="1159882" y="1755510"/>
                  <a:pt x="1146412" y="1760561"/>
                </a:cubicBezTo>
                <a:cubicBezTo>
                  <a:pt x="1123473" y="1769163"/>
                  <a:pt x="1100919" y="1778758"/>
                  <a:pt x="1078173" y="1787857"/>
                </a:cubicBezTo>
                <a:cubicBezTo>
                  <a:pt x="1137756" y="1847440"/>
                  <a:pt x="1134352" y="1840017"/>
                  <a:pt x="1187355" y="1910687"/>
                </a:cubicBezTo>
                <a:cubicBezTo>
                  <a:pt x="1197197" y="1923809"/>
                  <a:pt x="1206513" y="1937389"/>
                  <a:pt x="1214651" y="1951630"/>
                </a:cubicBezTo>
                <a:cubicBezTo>
                  <a:pt x="1224745" y="1969294"/>
                  <a:pt x="1229739" y="1989945"/>
                  <a:pt x="1241946" y="2006221"/>
                </a:cubicBezTo>
                <a:cubicBezTo>
                  <a:pt x="1257387" y="2026809"/>
                  <a:pt x="1278341" y="2042615"/>
                  <a:pt x="1296538" y="2060812"/>
                </a:cubicBezTo>
                <a:cubicBezTo>
                  <a:pt x="1334640" y="2137017"/>
                  <a:pt x="1340337" y="2162798"/>
                  <a:pt x="1433015" y="2224585"/>
                </a:cubicBezTo>
                <a:cubicBezTo>
                  <a:pt x="1446663" y="2233684"/>
                  <a:pt x="1458882" y="2245420"/>
                  <a:pt x="1473958" y="2251881"/>
                </a:cubicBezTo>
                <a:cubicBezTo>
                  <a:pt x="1491198" y="2259270"/>
                  <a:pt x="1510352" y="2260979"/>
                  <a:pt x="1528549" y="2265528"/>
                </a:cubicBezTo>
                <a:cubicBezTo>
                  <a:pt x="1577470" y="2232915"/>
                  <a:pt x="1594742" y="2225268"/>
                  <a:pt x="1637732" y="2169994"/>
                </a:cubicBezTo>
                <a:cubicBezTo>
                  <a:pt x="1650222" y="2153935"/>
                  <a:pt x="1656764" y="2133994"/>
                  <a:pt x="1665027" y="2115403"/>
                </a:cubicBezTo>
                <a:cubicBezTo>
                  <a:pt x="1686790" y="2066436"/>
                  <a:pt x="1690963" y="2051246"/>
                  <a:pt x="1705970" y="2006221"/>
                </a:cubicBezTo>
                <a:cubicBezTo>
                  <a:pt x="1701421" y="1951630"/>
                  <a:pt x="1711824" y="1893639"/>
                  <a:pt x="1692323" y="1842448"/>
                </a:cubicBezTo>
                <a:cubicBezTo>
                  <a:pt x="1656634" y="1748766"/>
                  <a:pt x="1596948" y="1711494"/>
                  <a:pt x="1514902" y="1678675"/>
                </a:cubicBezTo>
                <a:cubicBezTo>
                  <a:pt x="1497487" y="1671709"/>
                  <a:pt x="1478508" y="1669576"/>
                  <a:pt x="1460311" y="1665027"/>
                </a:cubicBezTo>
                <a:cubicBezTo>
                  <a:pt x="1392072" y="1674126"/>
                  <a:pt x="1320904" y="1670553"/>
                  <a:pt x="1255594" y="1692323"/>
                </a:cubicBezTo>
                <a:cubicBezTo>
                  <a:pt x="1162005" y="1723519"/>
                  <a:pt x="1131846" y="1775356"/>
                  <a:pt x="1078173" y="1842448"/>
                </a:cubicBezTo>
                <a:cubicBezTo>
                  <a:pt x="1069075" y="1869743"/>
                  <a:pt x="1050878" y="1895562"/>
                  <a:pt x="1050878" y="1924334"/>
                </a:cubicBezTo>
                <a:cubicBezTo>
                  <a:pt x="1050878" y="2024830"/>
                  <a:pt x="1063445" y="2125174"/>
                  <a:pt x="1078173" y="2224585"/>
                </a:cubicBezTo>
                <a:cubicBezTo>
                  <a:pt x="1081097" y="2244323"/>
                  <a:pt x="1121027" y="2326876"/>
                  <a:pt x="1132764" y="2347415"/>
                </a:cubicBezTo>
                <a:cubicBezTo>
                  <a:pt x="1159086" y="2393478"/>
                  <a:pt x="1182819" y="2441450"/>
                  <a:pt x="1214651" y="2483893"/>
                </a:cubicBezTo>
                <a:cubicBezTo>
                  <a:pt x="1228299" y="2502090"/>
                  <a:pt x="1243539" y="2519195"/>
                  <a:pt x="1255594" y="2538484"/>
                </a:cubicBezTo>
                <a:cubicBezTo>
                  <a:pt x="1279687" y="2577033"/>
                  <a:pt x="1283270" y="2594216"/>
                  <a:pt x="1296538" y="2634018"/>
                </a:cubicBezTo>
                <a:cubicBezTo>
                  <a:pt x="1273792" y="2643117"/>
                  <a:pt x="1252755" y="2659875"/>
                  <a:pt x="1228299" y="2661314"/>
                </a:cubicBezTo>
                <a:cubicBezTo>
                  <a:pt x="1194818" y="2663284"/>
                  <a:pt x="990118" y="2639398"/>
                  <a:pt x="941696" y="2634018"/>
                </a:cubicBezTo>
                <a:cubicBezTo>
                  <a:pt x="909851" y="2624920"/>
                  <a:pt x="878291" y="2614756"/>
                  <a:pt x="846161" y="2606723"/>
                </a:cubicBezTo>
                <a:cubicBezTo>
                  <a:pt x="781495" y="2590557"/>
                  <a:pt x="719767" y="2578714"/>
                  <a:pt x="655093" y="2565779"/>
                </a:cubicBezTo>
                <a:cubicBezTo>
                  <a:pt x="627797" y="2547582"/>
                  <a:pt x="598823" y="2531681"/>
                  <a:pt x="573206" y="2511188"/>
                </a:cubicBezTo>
                <a:cubicBezTo>
                  <a:pt x="525928" y="2473365"/>
                  <a:pt x="520837" y="2459929"/>
                  <a:pt x="491320" y="2415654"/>
                </a:cubicBezTo>
                <a:cubicBezTo>
                  <a:pt x="498333" y="2338510"/>
                  <a:pt x="485927" y="2272718"/>
                  <a:pt x="532263" y="2210937"/>
                </a:cubicBezTo>
                <a:cubicBezTo>
                  <a:pt x="547704" y="2190349"/>
                  <a:pt x="567620" y="2173443"/>
                  <a:pt x="586854" y="2156346"/>
                </a:cubicBezTo>
                <a:cubicBezTo>
                  <a:pt x="608626" y="2136993"/>
                  <a:pt x="630518" y="2117394"/>
                  <a:pt x="655093" y="2101755"/>
                </a:cubicBezTo>
                <a:cubicBezTo>
                  <a:pt x="707202" y="2068595"/>
                  <a:pt x="790610" y="2039475"/>
                  <a:pt x="846161" y="2019869"/>
                </a:cubicBezTo>
                <a:cubicBezTo>
                  <a:pt x="886859" y="2005505"/>
                  <a:pt x="927407" y="1990477"/>
                  <a:pt x="968991" y="1978926"/>
                </a:cubicBezTo>
                <a:cubicBezTo>
                  <a:pt x="1043916" y="1958114"/>
                  <a:pt x="1099879" y="1950287"/>
                  <a:pt x="1173708" y="1937982"/>
                </a:cubicBezTo>
                <a:cubicBezTo>
                  <a:pt x="1237397" y="1947081"/>
                  <a:pt x="1304108" y="1943866"/>
                  <a:pt x="1364776" y="1965278"/>
                </a:cubicBezTo>
                <a:cubicBezTo>
                  <a:pt x="1386226" y="1972848"/>
                  <a:pt x="1393508" y="2000679"/>
                  <a:pt x="1405720" y="2019869"/>
                </a:cubicBezTo>
                <a:cubicBezTo>
                  <a:pt x="1425411" y="2050812"/>
                  <a:pt x="1438993" y="2085558"/>
                  <a:pt x="1460311" y="2115403"/>
                </a:cubicBezTo>
                <a:cubicBezTo>
                  <a:pt x="1484689" y="2149532"/>
                  <a:pt x="1517032" y="2177384"/>
                  <a:pt x="1542197" y="2210937"/>
                </a:cubicBezTo>
                <a:cubicBezTo>
                  <a:pt x="1558113" y="2232158"/>
                  <a:pt x="1568427" y="2257104"/>
                  <a:pt x="1583141" y="2279176"/>
                </a:cubicBezTo>
                <a:cubicBezTo>
                  <a:pt x="1604849" y="2311738"/>
                  <a:pt x="1630217" y="2341792"/>
                  <a:pt x="1651379" y="2374711"/>
                </a:cubicBezTo>
                <a:cubicBezTo>
                  <a:pt x="1671212" y="2405563"/>
                  <a:pt x="1686279" y="2439302"/>
                  <a:pt x="1705970" y="2470245"/>
                </a:cubicBezTo>
                <a:cubicBezTo>
                  <a:pt x="1718182" y="2489435"/>
                  <a:pt x="1733870" y="2506201"/>
                  <a:pt x="1746914" y="2524836"/>
                </a:cubicBezTo>
                <a:cubicBezTo>
                  <a:pt x="1765727" y="2551711"/>
                  <a:pt x="1781365" y="2580828"/>
                  <a:pt x="1801505" y="2606723"/>
                </a:cubicBezTo>
                <a:cubicBezTo>
                  <a:pt x="1833366" y="2647688"/>
                  <a:pt x="1843963" y="2646798"/>
                  <a:pt x="1883391" y="2674961"/>
                </a:cubicBezTo>
                <a:cubicBezTo>
                  <a:pt x="1901900" y="2688182"/>
                  <a:pt x="1917196" y="2706667"/>
                  <a:pt x="1937982" y="2715905"/>
                </a:cubicBezTo>
                <a:cubicBezTo>
                  <a:pt x="1959179" y="2725326"/>
                  <a:pt x="1983475" y="2725003"/>
                  <a:pt x="2006221" y="2729552"/>
                </a:cubicBezTo>
                <a:cubicBezTo>
                  <a:pt x="2065361" y="2720454"/>
                  <a:pt x="2125089" y="2714584"/>
                  <a:pt x="2183642" y="2702257"/>
                </a:cubicBezTo>
                <a:cubicBezTo>
                  <a:pt x="2239291" y="2690541"/>
                  <a:pt x="2310255" y="2654341"/>
                  <a:pt x="2361063" y="2634018"/>
                </a:cubicBezTo>
                <a:cubicBezTo>
                  <a:pt x="2479067" y="2586817"/>
                  <a:pt x="2460579" y="2606113"/>
                  <a:pt x="2565779" y="2538484"/>
                </a:cubicBezTo>
                <a:cubicBezTo>
                  <a:pt x="2611953" y="2508801"/>
                  <a:pt x="2695733" y="2450856"/>
                  <a:pt x="2729552" y="2402006"/>
                </a:cubicBezTo>
                <a:cubicBezTo>
                  <a:pt x="2752713" y="2368551"/>
                  <a:pt x="2765947" y="2329218"/>
                  <a:pt x="2784144" y="2292824"/>
                </a:cubicBezTo>
                <a:cubicBezTo>
                  <a:pt x="2779595" y="2256430"/>
                  <a:pt x="2782095" y="2218437"/>
                  <a:pt x="2770496" y="2183642"/>
                </a:cubicBezTo>
                <a:cubicBezTo>
                  <a:pt x="2763303" y="2162063"/>
                  <a:pt x="2742773" y="2147560"/>
                  <a:pt x="2729552" y="2129051"/>
                </a:cubicBezTo>
                <a:cubicBezTo>
                  <a:pt x="2679588" y="2059102"/>
                  <a:pt x="2708264" y="2073415"/>
                  <a:pt x="2593075" y="2006221"/>
                </a:cubicBezTo>
                <a:cubicBezTo>
                  <a:pt x="2576873" y="1996770"/>
                  <a:pt x="2556681" y="1997122"/>
                  <a:pt x="2538484" y="1992573"/>
                </a:cubicBezTo>
                <a:cubicBezTo>
                  <a:pt x="2502090" y="2006221"/>
                  <a:pt x="2461145" y="2011227"/>
                  <a:pt x="2429302" y="2033517"/>
                </a:cubicBezTo>
                <a:cubicBezTo>
                  <a:pt x="2412635" y="2045184"/>
                  <a:pt x="2414715" y="2072221"/>
                  <a:pt x="2402006" y="2088108"/>
                </a:cubicBezTo>
                <a:cubicBezTo>
                  <a:pt x="2377892" y="2118251"/>
                  <a:pt x="2347415" y="2142699"/>
                  <a:pt x="2320120" y="2169994"/>
                </a:cubicBezTo>
                <a:cubicBezTo>
                  <a:pt x="2311021" y="2197290"/>
                  <a:pt x="2299802" y="2223968"/>
                  <a:pt x="2292824" y="2251881"/>
                </a:cubicBezTo>
                <a:cubicBezTo>
                  <a:pt x="2264231" y="2366250"/>
                  <a:pt x="2281972" y="2431028"/>
                  <a:pt x="2306472" y="2565779"/>
                </a:cubicBezTo>
                <a:cubicBezTo>
                  <a:pt x="2310854" y="2589882"/>
                  <a:pt x="2318726" y="2614680"/>
                  <a:pt x="2333767" y="2634018"/>
                </a:cubicBezTo>
                <a:cubicBezTo>
                  <a:pt x="2377708" y="2690514"/>
                  <a:pt x="2447438" y="2708303"/>
                  <a:pt x="2511188" y="2729552"/>
                </a:cubicBezTo>
                <a:cubicBezTo>
                  <a:pt x="2552131" y="2725003"/>
                  <a:pt x="2593184" y="2721349"/>
                  <a:pt x="2634018" y="2715905"/>
                </a:cubicBezTo>
                <a:cubicBezTo>
                  <a:pt x="2661447" y="2712248"/>
                  <a:pt x="2690921" y="2714154"/>
                  <a:pt x="2715905" y="2702257"/>
                </a:cubicBezTo>
                <a:cubicBezTo>
                  <a:pt x="2806633" y="2659053"/>
                  <a:pt x="2921577" y="2596821"/>
                  <a:pt x="2988860" y="2511188"/>
                </a:cubicBezTo>
                <a:cubicBezTo>
                  <a:pt x="3019261" y="2472495"/>
                  <a:pt x="3045797" y="2430772"/>
                  <a:pt x="3070746" y="2388358"/>
                </a:cubicBezTo>
                <a:cubicBezTo>
                  <a:pt x="3091377" y="2353286"/>
                  <a:pt x="3107141" y="2315570"/>
                  <a:pt x="3125338" y="2279176"/>
                </a:cubicBezTo>
                <a:cubicBezTo>
                  <a:pt x="3134565" y="2233038"/>
                  <a:pt x="3154469" y="2142144"/>
                  <a:pt x="3152633" y="2101755"/>
                </a:cubicBezTo>
                <a:cubicBezTo>
                  <a:pt x="3149712" y="2037485"/>
                  <a:pt x="3136847" y="1973985"/>
                  <a:pt x="3125338" y="1910687"/>
                </a:cubicBezTo>
                <a:cubicBezTo>
                  <a:pt x="3118627" y="1873778"/>
                  <a:pt x="3112471" y="1836133"/>
                  <a:pt x="3098042" y="1801505"/>
                </a:cubicBezTo>
                <a:cubicBezTo>
                  <a:pt x="3086423" y="1773620"/>
                  <a:pt x="3022537" y="1709491"/>
                  <a:pt x="3002508" y="1692323"/>
                </a:cubicBezTo>
                <a:cubicBezTo>
                  <a:pt x="2943150" y="1641444"/>
                  <a:pt x="2871442" y="1579022"/>
                  <a:pt x="2797791" y="1542197"/>
                </a:cubicBezTo>
                <a:cubicBezTo>
                  <a:pt x="2775879" y="1531241"/>
                  <a:pt x="2751939" y="1524852"/>
                  <a:pt x="2729552" y="1514902"/>
                </a:cubicBezTo>
                <a:cubicBezTo>
                  <a:pt x="2710961" y="1506639"/>
                  <a:pt x="2694406" y="1493589"/>
                  <a:pt x="2674961" y="1487606"/>
                </a:cubicBezTo>
                <a:cubicBezTo>
                  <a:pt x="2634874" y="1475271"/>
                  <a:pt x="2592821" y="1470483"/>
                  <a:pt x="2552132" y="1460311"/>
                </a:cubicBezTo>
                <a:cubicBezTo>
                  <a:pt x="2520002" y="1452278"/>
                  <a:pt x="2488868" y="1440462"/>
                  <a:pt x="2456597" y="1433015"/>
                </a:cubicBezTo>
                <a:cubicBezTo>
                  <a:pt x="2429634" y="1426793"/>
                  <a:pt x="2401557" y="1426078"/>
                  <a:pt x="2374711" y="1419367"/>
                </a:cubicBezTo>
                <a:cubicBezTo>
                  <a:pt x="2083711" y="1346617"/>
                  <a:pt x="2285175" y="1377468"/>
                  <a:pt x="2074460" y="1351128"/>
                </a:cubicBezTo>
                <a:cubicBezTo>
                  <a:pt x="2047164" y="1342030"/>
                  <a:pt x="2020132" y="1332101"/>
                  <a:pt x="1992573" y="1323833"/>
                </a:cubicBezTo>
                <a:cubicBezTo>
                  <a:pt x="1974607" y="1318443"/>
                  <a:pt x="1955058" y="1317947"/>
                  <a:pt x="1937982" y="1310185"/>
                </a:cubicBezTo>
                <a:cubicBezTo>
                  <a:pt x="1872504" y="1280422"/>
                  <a:pt x="1827130" y="1247309"/>
                  <a:pt x="1774209" y="1201003"/>
                </a:cubicBezTo>
                <a:cubicBezTo>
                  <a:pt x="1759684" y="1188293"/>
                  <a:pt x="1745622" y="1174887"/>
                  <a:pt x="1733266" y="1160060"/>
                </a:cubicBezTo>
                <a:cubicBezTo>
                  <a:pt x="1700060" y="1120213"/>
                  <a:pt x="1637732" y="1037230"/>
                  <a:pt x="1637732" y="1037230"/>
                </a:cubicBezTo>
                <a:cubicBezTo>
                  <a:pt x="1624729" y="972218"/>
                  <a:pt x="1608813" y="930041"/>
                  <a:pt x="1637732" y="859809"/>
                </a:cubicBezTo>
                <a:cubicBezTo>
                  <a:pt x="1656468" y="814308"/>
                  <a:pt x="1690094" y="776345"/>
                  <a:pt x="1719618" y="736979"/>
                </a:cubicBezTo>
                <a:cubicBezTo>
                  <a:pt x="1733266" y="718782"/>
                  <a:pt x="1744477" y="698472"/>
                  <a:pt x="1760561" y="682388"/>
                </a:cubicBezTo>
                <a:cubicBezTo>
                  <a:pt x="1811943" y="631006"/>
                  <a:pt x="1925513" y="585076"/>
                  <a:pt x="1978926" y="573206"/>
                </a:cubicBezTo>
                <a:cubicBezTo>
                  <a:pt x="2019869" y="564108"/>
                  <a:pt x="2060384" y="552806"/>
                  <a:pt x="2101755" y="545911"/>
                </a:cubicBezTo>
                <a:cubicBezTo>
                  <a:pt x="2142390" y="539139"/>
                  <a:pt x="2184078" y="539764"/>
                  <a:pt x="2224585" y="532263"/>
                </a:cubicBezTo>
                <a:cubicBezTo>
                  <a:pt x="2307067" y="516989"/>
                  <a:pt x="2387009" y="488077"/>
                  <a:pt x="2470245" y="477672"/>
                </a:cubicBezTo>
                <a:cubicBezTo>
                  <a:pt x="2506639" y="473123"/>
                  <a:pt x="2543176" y="469601"/>
                  <a:pt x="2579427" y="464024"/>
                </a:cubicBezTo>
                <a:cubicBezTo>
                  <a:pt x="2624476" y="457093"/>
                  <a:pt x="2658786" y="447596"/>
                  <a:pt x="2702257" y="436728"/>
                </a:cubicBezTo>
                <a:cubicBezTo>
                  <a:pt x="2748296" y="406036"/>
                  <a:pt x="2760072" y="412124"/>
                  <a:pt x="2756848" y="341194"/>
                </a:cubicBezTo>
                <a:cubicBezTo>
                  <a:pt x="2748705" y="162059"/>
                  <a:pt x="2769903" y="149435"/>
                  <a:pt x="2688609" y="54591"/>
                </a:cubicBezTo>
                <a:cubicBezTo>
                  <a:pt x="2676048" y="39937"/>
                  <a:pt x="2663725" y="24354"/>
                  <a:pt x="2647666" y="13648"/>
                </a:cubicBezTo>
                <a:cubicBezTo>
                  <a:pt x="2635696" y="5668"/>
                  <a:pt x="2620371" y="4549"/>
                  <a:pt x="2606723" y="0"/>
                </a:cubicBezTo>
                <a:cubicBezTo>
                  <a:pt x="2541618" y="9301"/>
                  <a:pt x="2504213" y="-4852"/>
                  <a:pt x="2470245" y="54591"/>
                </a:cubicBezTo>
                <a:cubicBezTo>
                  <a:pt x="2460939" y="70877"/>
                  <a:pt x="2461146" y="90985"/>
                  <a:pt x="2456597" y="109182"/>
                </a:cubicBezTo>
                <a:cubicBezTo>
                  <a:pt x="2509560" y="241587"/>
                  <a:pt x="2449648" y="117794"/>
                  <a:pt x="2538484" y="232012"/>
                </a:cubicBezTo>
                <a:cubicBezTo>
                  <a:pt x="2554770" y="252951"/>
                  <a:pt x="2562445" y="279873"/>
                  <a:pt x="2579427" y="300251"/>
                </a:cubicBezTo>
                <a:cubicBezTo>
                  <a:pt x="2663552" y="401201"/>
                  <a:pt x="2645870" y="373056"/>
                  <a:pt x="2715905" y="423081"/>
                </a:cubicBezTo>
                <a:cubicBezTo>
                  <a:pt x="2798583" y="482137"/>
                  <a:pt x="2739587" y="448569"/>
                  <a:pt x="2825087" y="491320"/>
                </a:cubicBezTo>
                <a:cubicBezTo>
                  <a:pt x="2834185" y="509517"/>
                  <a:pt x="2852382" y="525566"/>
                  <a:pt x="2852382" y="545911"/>
                </a:cubicBezTo>
                <a:cubicBezTo>
                  <a:pt x="2852382" y="596868"/>
                  <a:pt x="2815085" y="646291"/>
                  <a:pt x="2784144" y="682388"/>
                </a:cubicBezTo>
                <a:cubicBezTo>
                  <a:pt x="2771583" y="697042"/>
                  <a:pt x="2759567" y="713102"/>
                  <a:pt x="2743200" y="723331"/>
                </a:cubicBezTo>
                <a:cubicBezTo>
                  <a:pt x="2708937" y="744745"/>
                  <a:pt x="2659381" y="754522"/>
                  <a:pt x="2620370" y="764275"/>
                </a:cubicBezTo>
                <a:cubicBezTo>
                  <a:pt x="2602173" y="759726"/>
                  <a:pt x="2577787" y="765037"/>
                  <a:pt x="2565779" y="750627"/>
                </a:cubicBezTo>
                <a:cubicBezTo>
                  <a:pt x="2540681" y="720509"/>
                  <a:pt x="2554485" y="644267"/>
                  <a:pt x="2565779" y="614149"/>
                </a:cubicBezTo>
                <a:cubicBezTo>
                  <a:pt x="2583976" y="565624"/>
                  <a:pt x="2597625" y="576239"/>
                  <a:pt x="2634018" y="545911"/>
                </a:cubicBezTo>
                <a:cubicBezTo>
                  <a:pt x="2648845" y="533555"/>
                  <a:pt x="2659255" y="516185"/>
                  <a:pt x="2674961" y="504967"/>
                </a:cubicBezTo>
                <a:cubicBezTo>
                  <a:pt x="2704472" y="483887"/>
                  <a:pt x="2737085" y="475161"/>
                  <a:pt x="2770496" y="464024"/>
                </a:cubicBezTo>
                <a:cubicBezTo>
                  <a:pt x="2784144" y="468573"/>
                  <a:pt x="2798082" y="483015"/>
                  <a:pt x="2811439" y="477672"/>
                </a:cubicBezTo>
                <a:cubicBezTo>
                  <a:pt x="2857797" y="459129"/>
                  <a:pt x="2832813" y="409179"/>
                  <a:pt x="2825087" y="382137"/>
                </a:cubicBezTo>
                <a:cubicBezTo>
                  <a:pt x="2821135" y="368305"/>
                  <a:pt x="2819801" y="352900"/>
                  <a:pt x="2811439" y="341194"/>
                </a:cubicBezTo>
                <a:cubicBezTo>
                  <a:pt x="2796481" y="320253"/>
                  <a:pt x="2779506" y="298804"/>
                  <a:pt x="2756848" y="286603"/>
                </a:cubicBezTo>
                <a:cubicBezTo>
                  <a:pt x="2699793" y="255881"/>
                  <a:pt x="2629157" y="244688"/>
                  <a:pt x="2565779" y="232012"/>
                </a:cubicBezTo>
                <a:cubicBezTo>
                  <a:pt x="2515737" y="236561"/>
                  <a:pt x="2465397" y="238554"/>
                  <a:pt x="2415654" y="245660"/>
                </a:cubicBezTo>
                <a:cubicBezTo>
                  <a:pt x="2385941" y="249905"/>
                  <a:pt x="2356134" y="267964"/>
                  <a:pt x="2333767" y="286603"/>
                </a:cubicBezTo>
                <a:cubicBezTo>
                  <a:pt x="2318940" y="298959"/>
                  <a:pt x="2310087" y="318914"/>
                  <a:pt x="2292824" y="327546"/>
                </a:cubicBezTo>
                <a:cubicBezTo>
                  <a:pt x="2271983" y="337967"/>
                  <a:pt x="2115795" y="354793"/>
                  <a:pt x="2115403" y="354842"/>
                </a:cubicBezTo>
                <a:cubicBezTo>
                  <a:pt x="2124502" y="368490"/>
                  <a:pt x="2131101" y="384187"/>
                  <a:pt x="2142699" y="395785"/>
                </a:cubicBezTo>
                <a:cubicBezTo>
                  <a:pt x="2164150" y="417236"/>
                  <a:pt x="2214144" y="436993"/>
                  <a:pt x="2238233" y="450376"/>
                </a:cubicBezTo>
                <a:cubicBezTo>
                  <a:pt x="2261421" y="463258"/>
                  <a:pt x="2282232" y="480547"/>
                  <a:pt x="2306472" y="491320"/>
                </a:cubicBezTo>
                <a:cubicBezTo>
                  <a:pt x="2323612" y="498938"/>
                  <a:pt x="2343028" y="499814"/>
                  <a:pt x="2361063" y="504967"/>
                </a:cubicBezTo>
                <a:cubicBezTo>
                  <a:pt x="2374895" y="508919"/>
                  <a:pt x="2388358" y="514066"/>
                  <a:pt x="2402006" y="518615"/>
                </a:cubicBezTo>
                <a:cubicBezTo>
                  <a:pt x="2461146" y="514066"/>
                  <a:pt x="2520610" y="512639"/>
                  <a:pt x="2579427" y="504967"/>
                </a:cubicBezTo>
                <a:cubicBezTo>
                  <a:pt x="2644200" y="496518"/>
                  <a:pt x="2707324" y="479817"/>
                  <a:pt x="2770496" y="464024"/>
                </a:cubicBezTo>
                <a:cubicBezTo>
                  <a:pt x="2802341" y="482221"/>
                  <a:pt x="2841663" y="491202"/>
                  <a:pt x="2866030" y="518615"/>
                </a:cubicBezTo>
                <a:cubicBezTo>
                  <a:pt x="2902799" y="559981"/>
                  <a:pt x="2862313" y="649285"/>
                  <a:pt x="2852382" y="682388"/>
                </a:cubicBezTo>
                <a:cubicBezTo>
                  <a:pt x="2848248" y="696167"/>
                  <a:pt x="2847366" y="711822"/>
                  <a:pt x="2838735" y="723331"/>
                </a:cubicBezTo>
                <a:cubicBezTo>
                  <a:pt x="2819434" y="749066"/>
                  <a:pt x="2798819" y="776319"/>
                  <a:pt x="2770496" y="791570"/>
                </a:cubicBezTo>
                <a:cubicBezTo>
                  <a:pt x="2737466" y="809356"/>
                  <a:pt x="2661314" y="818866"/>
                  <a:pt x="2661314" y="818866"/>
                </a:cubicBezTo>
                <a:lnTo>
                  <a:pt x="2565779" y="791570"/>
                </a:lnTo>
                <a:cubicBezTo>
                  <a:pt x="2552000" y="787436"/>
                  <a:pt x="2527657" y="792030"/>
                  <a:pt x="2524836" y="777923"/>
                </a:cubicBezTo>
                <a:cubicBezTo>
                  <a:pt x="2520846" y="757973"/>
                  <a:pt x="2537746" y="737717"/>
                  <a:pt x="2552132" y="723331"/>
                </a:cubicBezTo>
                <a:cubicBezTo>
                  <a:pt x="2566518" y="708945"/>
                  <a:pt x="2587603" y="702989"/>
                  <a:pt x="2606723" y="696036"/>
                </a:cubicBezTo>
                <a:cubicBezTo>
                  <a:pt x="2637848" y="684718"/>
                  <a:pt x="2670535" y="678257"/>
                  <a:pt x="2702257" y="668740"/>
                </a:cubicBezTo>
                <a:cubicBezTo>
                  <a:pt x="2716036" y="664606"/>
                  <a:pt x="2729552" y="659642"/>
                  <a:pt x="2743200" y="655093"/>
                </a:cubicBezTo>
                <a:cubicBezTo>
                  <a:pt x="2734102" y="636896"/>
                  <a:pt x="2733069" y="611425"/>
                  <a:pt x="2715905" y="600502"/>
                </a:cubicBezTo>
                <a:cubicBezTo>
                  <a:pt x="2679494" y="577331"/>
                  <a:pt x="2593075" y="559558"/>
                  <a:pt x="2593075" y="559558"/>
                </a:cubicBezTo>
                <a:cubicBezTo>
                  <a:pt x="2606723" y="536812"/>
                  <a:pt x="2618102" y="512541"/>
                  <a:pt x="2634018" y="491320"/>
                </a:cubicBezTo>
                <a:cubicBezTo>
                  <a:pt x="2652170" y="467117"/>
                  <a:pt x="2705334" y="423272"/>
                  <a:pt x="2729552" y="409433"/>
                </a:cubicBezTo>
                <a:cubicBezTo>
                  <a:pt x="2742043" y="402295"/>
                  <a:pt x="2757273" y="401452"/>
                  <a:pt x="2770496" y="395785"/>
                </a:cubicBezTo>
                <a:cubicBezTo>
                  <a:pt x="2789196" y="387771"/>
                  <a:pt x="2805786" y="374924"/>
                  <a:pt x="2825087" y="368490"/>
                </a:cubicBezTo>
                <a:cubicBezTo>
                  <a:pt x="2860676" y="356627"/>
                  <a:pt x="2934269" y="341194"/>
                  <a:pt x="2934269" y="341194"/>
                </a:cubicBezTo>
                <a:cubicBezTo>
                  <a:pt x="2966114" y="350293"/>
                  <a:pt x="2999053" y="356190"/>
                  <a:pt x="3029803" y="368490"/>
                </a:cubicBezTo>
                <a:cubicBezTo>
                  <a:pt x="3045032" y="374582"/>
                  <a:pt x="3056408" y="387819"/>
                  <a:pt x="3070746" y="395785"/>
                </a:cubicBezTo>
                <a:cubicBezTo>
                  <a:pt x="3097423" y="410605"/>
                  <a:pt x="3125337" y="423080"/>
                  <a:pt x="3152633" y="436728"/>
                </a:cubicBezTo>
                <a:cubicBezTo>
                  <a:pt x="3198126" y="482221"/>
                  <a:pt x="3268767" y="512171"/>
                  <a:pt x="3289111" y="573206"/>
                </a:cubicBezTo>
                <a:lnTo>
                  <a:pt x="3316406" y="655093"/>
                </a:lnTo>
                <a:cubicBezTo>
                  <a:pt x="3311857" y="686938"/>
                  <a:pt x="3314705" y="720760"/>
                  <a:pt x="3302758" y="750627"/>
                </a:cubicBezTo>
                <a:cubicBezTo>
                  <a:pt x="3294612" y="770993"/>
                  <a:pt x="3219648" y="823196"/>
                  <a:pt x="3207224" y="832514"/>
                </a:cubicBezTo>
                <a:cubicBezTo>
                  <a:pt x="3211773" y="855260"/>
                  <a:pt x="3210498" y="880004"/>
                  <a:pt x="3220872" y="900752"/>
                </a:cubicBezTo>
                <a:cubicBezTo>
                  <a:pt x="3237961" y="934931"/>
                  <a:pt x="3275883" y="946596"/>
                  <a:pt x="3302758" y="968991"/>
                </a:cubicBezTo>
                <a:cubicBezTo>
                  <a:pt x="3317586" y="981347"/>
                  <a:pt x="3328875" y="997578"/>
                  <a:pt x="3343702" y="1009934"/>
                </a:cubicBezTo>
                <a:cubicBezTo>
                  <a:pt x="3356303" y="1020435"/>
                  <a:pt x="3372191" y="1026555"/>
                  <a:pt x="3384645" y="1037230"/>
                </a:cubicBezTo>
                <a:cubicBezTo>
                  <a:pt x="3436125" y="1081356"/>
                  <a:pt x="3434336" y="1084471"/>
                  <a:pt x="3466532" y="1132764"/>
                </a:cubicBezTo>
                <a:cubicBezTo>
                  <a:pt x="3476023" y="1161240"/>
                  <a:pt x="3495885" y="1215188"/>
                  <a:pt x="3493827" y="1241946"/>
                </a:cubicBezTo>
                <a:cubicBezTo>
                  <a:pt x="3485385" y="1351693"/>
                  <a:pt x="3452155" y="1359779"/>
                  <a:pt x="3411941" y="1460311"/>
                </a:cubicBezTo>
                <a:cubicBezTo>
                  <a:pt x="3377089" y="1547439"/>
                  <a:pt x="3395601" y="1506637"/>
                  <a:pt x="3357349" y="1583140"/>
                </a:cubicBezTo>
                <a:cubicBezTo>
                  <a:pt x="3352800" y="1605886"/>
                  <a:pt x="3349328" y="1628875"/>
                  <a:pt x="3343702" y="1651379"/>
                </a:cubicBezTo>
                <a:cubicBezTo>
                  <a:pt x="3340213" y="1665336"/>
                  <a:pt x="3330054" y="1677937"/>
                  <a:pt x="3330054" y="1692323"/>
                </a:cubicBezTo>
                <a:cubicBezTo>
                  <a:pt x="3330054" y="1738042"/>
                  <a:pt x="3331142" y="1784840"/>
                  <a:pt x="3343702" y="1828800"/>
                </a:cubicBezTo>
                <a:cubicBezTo>
                  <a:pt x="3349951" y="1850671"/>
                  <a:pt x="3367814" y="1868090"/>
                  <a:pt x="3384645" y="1883391"/>
                </a:cubicBezTo>
                <a:cubicBezTo>
                  <a:pt x="3418307" y="1913993"/>
                  <a:pt x="3455975" y="1940043"/>
                  <a:pt x="3493827" y="1965278"/>
                </a:cubicBezTo>
                <a:cubicBezTo>
                  <a:pt x="3507475" y="1974376"/>
                  <a:pt x="3520099" y="1985238"/>
                  <a:pt x="3534770" y="1992573"/>
                </a:cubicBezTo>
                <a:cubicBezTo>
                  <a:pt x="3547637" y="1999007"/>
                  <a:pt x="3562066" y="2001672"/>
                  <a:pt x="3575714" y="2006221"/>
                </a:cubicBezTo>
                <a:cubicBezTo>
                  <a:pt x="3582574" y="1944478"/>
                  <a:pt x="3603009" y="1770813"/>
                  <a:pt x="3603009" y="1719618"/>
                </a:cubicBezTo>
                <a:cubicBezTo>
                  <a:pt x="3603009" y="1707677"/>
                  <a:pt x="3611167" y="1517569"/>
                  <a:pt x="3575714" y="1446663"/>
                </a:cubicBezTo>
                <a:cubicBezTo>
                  <a:pt x="3568379" y="1431992"/>
                  <a:pt x="3557517" y="1419368"/>
                  <a:pt x="3548418" y="1405720"/>
                </a:cubicBezTo>
                <a:cubicBezTo>
                  <a:pt x="3478733" y="1428947"/>
                  <a:pt x="3493827" y="1410236"/>
                  <a:pt x="3493827" y="1528549"/>
                </a:cubicBezTo>
                <a:cubicBezTo>
                  <a:pt x="3493827" y="1655278"/>
                  <a:pt x="3496361" y="1754519"/>
                  <a:pt x="3534770" y="1869743"/>
                </a:cubicBezTo>
                <a:cubicBezTo>
                  <a:pt x="3543869" y="1897039"/>
                  <a:pt x="3550381" y="1925338"/>
                  <a:pt x="3562066" y="1951630"/>
                </a:cubicBezTo>
                <a:cubicBezTo>
                  <a:pt x="3568728" y="1966619"/>
                  <a:pt x="3582026" y="1977902"/>
                  <a:pt x="3589361" y="1992573"/>
                </a:cubicBezTo>
                <a:cubicBezTo>
                  <a:pt x="3600317" y="2014485"/>
                  <a:pt x="3605701" y="2038900"/>
                  <a:pt x="3616657" y="2060812"/>
                </a:cubicBezTo>
                <a:cubicBezTo>
                  <a:pt x="3669569" y="2166636"/>
                  <a:pt x="3623296" y="2039787"/>
                  <a:pt x="3657600" y="2142699"/>
                </a:cubicBezTo>
                <a:cubicBezTo>
                  <a:pt x="3579185" y="2194975"/>
                  <a:pt x="3628255" y="2158396"/>
                  <a:pt x="3521123" y="2265528"/>
                </a:cubicBezTo>
                <a:cubicBezTo>
                  <a:pt x="3490939" y="2295712"/>
                  <a:pt x="3471885" y="2309412"/>
                  <a:pt x="3452884" y="2347415"/>
                </a:cubicBezTo>
                <a:cubicBezTo>
                  <a:pt x="3446450" y="2360282"/>
                  <a:pt x="3443785" y="2374710"/>
                  <a:pt x="3439236" y="2388358"/>
                </a:cubicBezTo>
                <a:cubicBezTo>
                  <a:pt x="3443785" y="2411104"/>
                  <a:pt x="3447258" y="2434093"/>
                  <a:pt x="3452884" y="2456597"/>
                </a:cubicBezTo>
                <a:cubicBezTo>
                  <a:pt x="3458789" y="2480217"/>
                  <a:pt x="3487568" y="2553261"/>
                  <a:pt x="3493827" y="2565779"/>
                </a:cubicBezTo>
                <a:cubicBezTo>
                  <a:pt x="3501163" y="2580450"/>
                  <a:pt x="3513787" y="2592052"/>
                  <a:pt x="3521123" y="2606723"/>
                </a:cubicBezTo>
                <a:cubicBezTo>
                  <a:pt x="3537441" y="2639360"/>
                  <a:pt x="3550254" y="2680470"/>
                  <a:pt x="3562066" y="2715905"/>
                </a:cubicBezTo>
                <a:cubicBezTo>
                  <a:pt x="3548418" y="2761397"/>
                  <a:pt x="3541026" y="2809258"/>
                  <a:pt x="3521123" y="2852382"/>
                </a:cubicBezTo>
                <a:cubicBezTo>
                  <a:pt x="3506170" y="2884780"/>
                  <a:pt x="3464295" y="2899739"/>
                  <a:pt x="3439236" y="2920621"/>
                </a:cubicBezTo>
                <a:cubicBezTo>
                  <a:pt x="3424409" y="2932977"/>
                  <a:pt x="3413999" y="2950346"/>
                  <a:pt x="3398293" y="2961564"/>
                </a:cubicBezTo>
                <a:cubicBezTo>
                  <a:pt x="3368779" y="2982646"/>
                  <a:pt x="3336172" y="2991370"/>
                  <a:pt x="3302758" y="3002508"/>
                </a:cubicBezTo>
                <a:cubicBezTo>
                  <a:pt x="3207224" y="2993409"/>
                  <a:pt x="3111333" y="2987493"/>
                  <a:pt x="3016155" y="2975212"/>
                </a:cubicBezTo>
                <a:cubicBezTo>
                  <a:pt x="2668340" y="2930333"/>
                  <a:pt x="3005103" y="2974627"/>
                  <a:pt x="2825087" y="2920621"/>
                </a:cubicBezTo>
                <a:cubicBezTo>
                  <a:pt x="2798582" y="2912669"/>
                  <a:pt x="2770496" y="2911522"/>
                  <a:pt x="2743200" y="2906973"/>
                </a:cubicBezTo>
                <a:cubicBezTo>
                  <a:pt x="2711355" y="2893325"/>
                  <a:pt x="2679206" y="2880367"/>
                  <a:pt x="2647666" y="2866030"/>
                </a:cubicBezTo>
                <a:cubicBezTo>
                  <a:pt x="2629145" y="2857611"/>
                  <a:pt x="2611888" y="2846480"/>
                  <a:pt x="2593075" y="2838734"/>
                </a:cubicBezTo>
                <a:cubicBezTo>
                  <a:pt x="2534484" y="2814608"/>
                  <a:pt x="2475766" y="2790534"/>
                  <a:pt x="2415654" y="2770496"/>
                </a:cubicBezTo>
                <a:cubicBezTo>
                  <a:pt x="2388358" y="2761397"/>
                  <a:pt x="2361326" y="2751468"/>
                  <a:pt x="2333767" y="2743200"/>
                </a:cubicBezTo>
                <a:cubicBezTo>
                  <a:pt x="2162335" y="2691770"/>
                  <a:pt x="2375878" y="2761785"/>
                  <a:pt x="2238233" y="2715905"/>
                </a:cubicBezTo>
                <a:cubicBezTo>
                  <a:pt x="2242782" y="2702257"/>
                  <a:pt x="2245447" y="2687828"/>
                  <a:pt x="2251881" y="2674961"/>
                </a:cubicBezTo>
                <a:cubicBezTo>
                  <a:pt x="2259216" y="2660290"/>
                  <a:pt x="2271038" y="2648259"/>
                  <a:pt x="2279176" y="2634018"/>
                </a:cubicBezTo>
                <a:cubicBezTo>
                  <a:pt x="2289270" y="2616354"/>
                  <a:pt x="2296378" y="2597091"/>
                  <a:pt x="2306472" y="2579427"/>
                </a:cubicBezTo>
                <a:cubicBezTo>
                  <a:pt x="2314610" y="2565186"/>
                  <a:pt x="2325629" y="2552725"/>
                  <a:pt x="2333767" y="2538484"/>
                </a:cubicBezTo>
                <a:cubicBezTo>
                  <a:pt x="2343861" y="2520820"/>
                  <a:pt x="2353507" y="2502783"/>
                  <a:pt x="2361063" y="2483893"/>
                </a:cubicBezTo>
                <a:cubicBezTo>
                  <a:pt x="2371749" y="2457179"/>
                  <a:pt x="2388358" y="2402006"/>
                  <a:pt x="2388358" y="2402006"/>
                </a:cubicBezTo>
                <a:cubicBezTo>
                  <a:pt x="2383809" y="2370161"/>
                  <a:pt x="2389097" y="2335244"/>
                  <a:pt x="2374711" y="2306472"/>
                </a:cubicBezTo>
                <a:cubicBezTo>
                  <a:pt x="2358481" y="2274012"/>
                  <a:pt x="2278815" y="2249006"/>
                  <a:pt x="2251881" y="2238233"/>
                </a:cubicBezTo>
                <a:cubicBezTo>
                  <a:pt x="2220036" y="2242782"/>
                  <a:pt x="2187381" y="2243417"/>
                  <a:pt x="2156346" y="2251881"/>
                </a:cubicBezTo>
                <a:cubicBezTo>
                  <a:pt x="2136718" y="2257234"/>
                  <a:pt x="2119540" y="2269296"/>
                  <a:pt x="2101755" y="2279176"/>
                </a:cubicBezTo>
                <a:cubicBezTo>
                  <a:pt x="2050948" y="2307402"/>
                  <a:pt x="2013955" y="2326546"/>
                  <a:pt x="1978926" y="2374711"/>
                </a:cubicBezTo>
                <a:cubicBezTo>
                  <a:pt x="1953054" y="2410285"/>
                  <a:pt x="1919208" y="2480499"/>
                  <a:pt x="1897039" y="2524836"/>
                </a:cubicBezTo>
                <a:cubicBezTo>
                  <a:pt x="1889335" y="2578761"/>
                  <a:pt x="1870430" y="2635391"/>
                  <a:pt x="1897039" y="2688609"/>
                </a:cubicBezTo>
                <a:cubicBezTo>
                  <a:pt x="1914540" y="2723612"/>
                  <a:pt x="1939279" y="2754894"/>
                  <a:pt x="1965278" y="2784143"/>
                </a:cubicBezTo>
                <a:cubicBezTo>
                  <a:pt x="1976175" y="2796402"/>
                  <a:pt x="1992312" y="2802746"/>
                  <a:pt x="2006221" y="2811439"/>
                </a:cubicBezTo>
                <a:cubicBezTo>
                  <a:pt x="2028715" y="2825498"/>
                  <a:pt x="2050220" y="2841609"/>
                  <a:pt x="2074460" y="2852382"/>
                </a:cubicBezTo>
                <a:cubicBezTo>
                  <a:pt x="2091600" y="2860000"/>
                  <a:pt x="2111016" y="2860877"/>
                  <a:pt x="2129051" y="2866030"/>
                </a:cubicBezTo>
                <a:cubicBezTo>
                  <a:pt x="2180206" y="2880646"/>
                  <a:pt x="2165924" y="2882661"/>
                  <a:pt x="2224585" y="2893326"/>
                </a:cubicBezTo>
                <a:cubicBezTo>
                  <a:pt x="2256234" y="2899080"/>
                  <a:pt x="2288275" y="2902424"/>
                  <a:pt x="2320120" y="2906973"/>
                </a:cubicBezTo>
                <a:cubicBezTo>
                  <a:pt x="2338317" y="2920621"/>
                  <a:pt x="2354962" y="2936632"/>
                  <a:pt x="2374711" y="2947917"/>
                </a:cubicBezTo>
                <a:cubicBezTo>
                  <a:pt x="2406468" y="2966064"/>
                  <a:pt x="2490193" y="2972213"/>
                  <a:pt x="2511188" y="2975212"/>
                </a:cubicBezTo>
                <a:cubicBezTo>
                  <a:pt x="2579427" y="2970663"/>
                  <a:pt x="2648722" y="2974361"/>
                  <a:pt x="2715905" y="2961564"/>
                </a:cubicBezTo>
                <a:cubicBezTo>
                  <a:pt x="2745883" y="2955854"/>
                  <a:pt x="2771114" y="2935441"/>
                  <a:pt x="2797791" y="2920621"/>
                </a:cubicBezTo>
                <a:cubicBezTo>
                  <a:pt x="2826750" y="2904533"/>
                  <a:pt x="2868479" y="2870130"/>
                  <a:pt x="2893326" y="2852382"/>
                </a:cubicBezTo>
                <a:cubicBezTo>
                  <a:pt x="2906673" y="2842848"/>
                  <a:pt x="2920621" y="2834185"/>
                  <a:pt x="2934269" y="2825087"/>
                </a:cubicBezTo>
                <a:cubicBezTo>
                  <a:pt x="2952466" y="2829636"/>
                  <a:pt x="2972083" y="2830346"/>
                  <a:pt x="2988860" y="2838734"/>
                </a:cubicBezTo>
                <a:cubicBezTo>
                  <a:pt x="3036312" y="2862460"/>
                  <a:pt x="3125338" y="2920621"/>
                  <a:pt x="3125338" y="2920621"/>
                </a:cubicBezTo>
                <a:cubicBezTo>
                  <a:pt x="3154836" y="2957493"/>
                  <a:pt x="3183947" y="2999032"/>
                  <a:pt x="3220872" y="3029803"/>
                </a:cubicBezTo>
                <a:cubicBezTo>
                  <a:pt x="3233473" y="3040304"/>
                  <a:pt x="3248167" y="3048000"/>
                  <a:pt x="3261815" y="3057099"/>
                </a:cubicBezTo>
                <a:cubicBezTo>
                  <a:pt x="3283415" y="3089498"/>
                  <a:pt x="3304665" y="3123013"/>
                  <a:pt x="3330054" y="3152633"/>
                </a:cubicBezTo>
                <a:cubicBezTo>
                  <a:pt x="3342615" y="3167287"/>
                  <a:pt x="3357349" y="3179928"/>
                  <a:pt x="3370997" y="3193576"/>
                </a:cubicBezTo>
                <a:cubicBezTo>
                  <a:pt x="3407391" y="3189027"/>
                  <a:pt x="3444913" y="3190004"/>
                  <a:pt x="3480179" y="3179928"/>
                </a:cubicBezTo>
                <a:cubicBezTo>
                  <a:pt x="3542326" y="3162172"/>
                  <a:pt x="3567529" y="3132431"/>
                  <a:pt x="3616657" y="3098042"/>
                </a:cubicBezTo>
                <a:cubicBezTo>
                  <a:pt x="3643532" y="3079230"/>
                  <a:pt x="3672649" y="3063591"/>
                  <a:pt x="3698544" y="3043451"/>
                </a:cubicBezTo>
                <a:cubicBezTo>
                  <a:pt x="3713779" y="3031602"/>
                  <a:pt x="3724833" y="3015069"/>
                  <a:pt x="3739487" y="3002508"/>
                </a:cubicBezTo>
                <a:cubicBezTo>
                  <a:pt x="3756757" y="2987705"/>
                  <a:pt x="3776808" y="2976367"/>
                  <a:pt x="3794078" y="2961564"/>
                </a:cubicBezTo>
                <a:cubicBezTo>
                  <a:pt x="3886020" y="2882756"/>
                  <a:pt x="3785478" y="2953649"/>
                  <a:pt x="3875964" y="2893326"/>
                </a:cubicBezTo>
                <a:cubicBezTo>
                  <a:pt x="3885063" y="2879678"/>
                  <a:pt x="3891661" y="2863981"/>
                  <a:pt x="3903260" y="2852382"/>
                </a:cubicBezTo>
                <a:cubicBezTo>
                  <a:pt x="3934676" y="2820966"/>
                  <a:pt x="3957033" y="2821880"/>
                  <a:pt x="3998794" y="2811439"/>
                </a:cubicBezTo>
                <a:cubicBezTo>
                  <a:pt x="4044287" y="2815988"/>
                  <a:pt x="4090567" y="2815507"/>
                  <a:pt x="4135272" y="2825087"/>
                </a:cubicBezTo>
                <a:cubicBezTo>
                  <a:pt x="4187866" y="2836357"/>
                  <a:pt x="4186374" y="2859930"/>
                  <a:pt x="4230806" y="2879678"/>
                </a:cubicBezTo>
                <a:cubicBezTo>
                  <a:pt x="4257098" y="2891363"/>
                  <a:pt x="4312693" y="2906973"/>
                  <a:pt x="4312693" y="2906973"/>
                </a:cubicBezTo>
                <a:cubicBezTo>
                  <a:pt x="4330890" y="2884227"/>
                  <a:pt x="4352297" y="2863712"/>
                  <a:pt x="4367284" y="2838734"/>
                </a:cubicBezTo>
                <a:cubicBezTo>
                  <a:pt x="4398721" y="2786340"/>
                  <a:pt x="4394010" y="2759123"/>
                  <a:pt x="4408227" y="2702257"/>
                </a:cubicBezTo>
                <a:cubicBezTo>
                  <a:pt x="4411716" y="2688301"/>
                  <a:pt x="4417326" y="2674962"/>
                  <a:pt x="4421875" y="2661314"/>
                </a:cubicBezTo>
                <a:cubicBezTo>
                  <a:pt x="4417326" y="2638568"/>
                  <a:pt x="4421094" y="2612376"/>
                  <a:pt x="4408227" y="2593075"/>
                </a:cubicBezTo>
                <a:cubicBezTo>
                  <a:pt x="4400247" y="2581105"/>
                  <a:pt x="4380151" y="2572994"/>
                  <a:pt x="4367284" y="2579427"/>
                </a:cubicBezTo>
                <a:cubicBezTo>
                  <a:pt x="4354417" y="2585860"/>
                  <a:pt x="4357588" y="2606538"/>
                  <a:pt x="4353636" y="2620370"/>
                </a:cubicBezTo>
                <a:cubicBezTo>
                  <a:pt x="4348483" y="2638405"/>
                  <a:pt x="4344537" y="2656764"/>
                  <a:pt x="4339988" y="2674961"/>
                </a:cubicBezTo>
                <a:cubicBezTo>
                  <a:pt x="4349087" y="2702257"/>
                  <a:pt x="4350784" y="2733277"/>
                  <a:pt x="4367284" y="2756848"/>
                </a:cubicBezTo>
                <a:cubicBezTo>
                  <a:pt x="4401146" y="2805222"/>
                  <a:pt x="4430414" y="2809736"/>
                  <a:pt x="4476466" y="2825087"/>
                </a:cubicBezTo>
                <a:cubicBezTo>
                  <a:pt x="4565049" y="2816229"/>
                  <a:pt x="4712386" y="2810461"/>
                  <a:pt x="4817660" y="2784143"/>
                </a:cubicBezTo>
                <a:cubicBezTo>
                  <a:pt x="4868876" y="2771339"/>
                  <a:pt x="4858504" y="2766639"/>
                  <a:pt x="4913194" y="2743200"/>
                </a:cubicBezTo>
                <a:cubicBezTo>
                  <a:pt x="4926417" y="2737533"/>
                  <a:pt x="4940668" y="2734603"/>
                  <a:pt x="4954138" y="2729552"/>
                </a:cubicBezTo>
                <a:cubicBezTo>
                  <a:pt x="4977076" y="2720950"/>
                  <a:pt x="4999630" y="2711355"/>
                  <a:pt x="5022376" y="2702257"/>
                </a:cubicBezTo>
                <a:cubicBezTo>
                  <a:pt x="5036024" y="2711355"/>
                  <a:pt x="5058133" y="2713991"/>
                  <a:pt x="5063320" y="2729552"/>
                </a:cubicBezTo>
                <a:cubicBezTo>
                  <a:pt x="5081267" y="2783393"/>
                  <a:pt x="4960849" y="2877581"/>
                  <a:pt x="4954138" y="2879678"/>
                </a:cubicBezTo>
                <a:cubicBezTo>
                  <a:pt x="4886127" y="2900932"/>
                  <a:pt x="4718179" y="2958039"/>
                  <a:pt x="4626591" y="2975212"/>
                </a:cubicBezTo>
                <a:cubicBezTo>
                  <a:pt x="4590542" y="2981971"/>
                  <a:pt x="4553660" y="2983283"/>
                  <a:pt x="4517409" y="2988860"/>
                </a:cubicBezTo>
                <a:cubicBezTo>
                  <a:pt x="4494482" y="2992387"/>
                  <a:pt x="4471916" y="2997959"/>
                  <a:pt x="4449170" y="3002508"/>
                </a:cubicBezTo>
                <a:cubicBezTo>
                  <a:pt x="4430973" y="2997959"/>
                  <a:pt x="4406786" y="3003102"/>
                  <a:pt x="4394579" y="2988860"/>
                </a:cubicBezTo>
                <a:cubicBezTo>
                  <a:pt x="4375855" y="2967014"/>
                  <a:pt x="4367284" y="2906973"/>
                  <a:pt x="4367284" y="2906973"/>
                </a:cubicBezTo>
                <a:cubicBezTo>
                  <a:pt x="4371833" y="2879678"/>
                  <a:pt x="4375505" y="2852222"/>
                  <a:pt x="4380932" y="2825087"/>
                </a:cubicBezTo>
                <a:cubicBezTo>
                  <a:pt x="4384610" y="2806694"/>
                  <a:pt x="4382227" y="2784612"/>
                  <a:pt x="4394579" y="2770496"/>
                </a:cubicBezTo>
                <a:cubicBezTo>
                  <a:pt x="4416181" y="2745808"/>
                  <a:pt x="4449591" y="2734718"/>
                  <a:pt x="4476466" y="2715905"/>
                </a:cubicBezTo>
                <a:cubicBezTo>
                  <a:pt x="4495101" y="2702861"/>
                  <a:pt x="4510712" y="2685133"/>
                  <a:pt x="4531057" y="2674961"/>
                </a:cubicBezTo>
                <a:cubicBezTo>
                  <a:pt x="4547834" y="2666573"/>
                  <a:pt x="4567194" y="2664669"/>
                  <a:pt x="4585648" y="2661314"/>
                </a:cubicBezTo>
                <a:cubicBezTo>
                  <a:pt x="4627090" y="2653779"/>
                  <a:pt x="4752336" y="2638772"/>
                  <a:pt x="4790364" y="2634018"/>
                </a:cubicBezTo>
                <a:cubicBezTo>
                  <a:pt x="4881349" y="2638567"/>
                  <a:pt x="4972924" y="2636367"/>
                  <a:pt x="5063320" y="2647666"/>
                </a:cubicBezTo>
                <a:cubicBezTo>
                  <a:pt x="5083508" y="2650189"/>
                  <a:pt x="5097587" y="2674037"/>
                  <a:pt x="5117911" y="2674961"/>
                </a:cubicBezTo>
                <a:cubicBezTo>
                  <a:pt x="5199839" y="2678685"/>
                  <a:pt x="5281684" y="2665863"/>
                  <a:pt x="5363570" y="2661314"/>
                </a:cubicBezTo>
                <a:cubicBezTo>
                  <a:pt x="5395415" y="2629469"/>
                  <a:pt x="5434124" y="2603251"/>
                  <a:pt x="5459105" y="2565779"/>
                </a:cubicBezTo>
                <a:lnTo>
                  <a:pt x="5513696" y="2483893"/>
                </a:lnTo>
                <a:cubicBezTo>
                  <a:pt x="5530221" y="2434318"/>
                  <a:pt x="5527344" y="2457335"/>
                  <a:pt x="5527344" y="2415654"/>
                </a:cubicBezTo>
              </a:path>
            </a:pathLst>
          </a:custGeom>
          <a:noFill/>
          <a:ln cap="flat" cmpd="sng" w="22225">
            <a:solidFill>
              <a:srgbClr val="F4B081">
                <a:alpha val="33333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3" name="Google Shape;123;p15"/>
          <p:cNvGrpSpPr/>
          <p:nvPr/>
        </p:nvGrpSpPr>
        <p:grpSpPr>
          <a:xfrm>
            <a:off x="7324237" y="1552184"/>
            <a:ext cx="4376564" cy="1590859"/>
            <a:chOff x="7324237" y="1525444"/>
            <a:chExt cx="4376564" cy="1590859"/>
          </a:xfrm>
        </p:grpSpPr>
        <p:sp>
          <p:nvSpPr>
            <p:cNvPr id="124" name="Google Shape;124;p15"/>
            <p:cNvSpPr/>
            <p:nvPr/>
          </p:nvSpPr>
          <p:spPr>
            <a:xfrm>
              <a:off x="7324237" y="2662073"/>
              <a:ext cx="73152" cy="7315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15"/>
            <p:cNvSpPr/>
            <p:nvPr/>
          </p:nvSpPr>
          <p:spPr>
            <a:xfrm>
              <a:off x="7721112" y="2439823"/>
              <a:ext cx="73152" cy="7315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15"/>
            <p:cNvSpPr/>
            <p:nvPr/>
          </p:nvSpPr>
          <p:spPr>
            <a:xfrm>
              <a:off x="7517912" y="2512975"/>
              <a:ext cx="73152" cy="7315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15"/>
            <p:cNvSpPr/>
            <p:nvPr/>
          </p:nvSpPr>
          <p:spPr>
            <a:xfrm>
              <a:off x="7397389" y="2167936"/>
              <a:ext cx="73152" cy="7315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15"/>
            <p:cNvSpPr/>
            <p:nvPr/>
          </p:nvSpPr>
          <p:spPr>
            <a:xfrm>
              <a:off x="8121289" y="2059429"/>
              <a:ext cx="73152" cy="7315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15"/>
            <p:cNvSpPr/>
            <p:nvPr/>
          </p:nvSpPr>
          <p:spPr>
            <a:xfrm>
              <a:off x="8267339" y="2241088"/>
              <a:ext cx="73152" cy="7315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15"/>
            <p:cNvSpPr/>
            <p:nvPr/>
          </p:nvSpPr>
          <p:spPr>
            <a:xfrm>
              <a:off x="8134231" y="2512975"/>
              <a:ext cx="73152" cy="7315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131;p15"/>
            <p:cNvSpPr/>
            <p:nvPr/>
          </p:nvSpPr>
          <p:spPr>
            <a:xfrm>
              <a:off x="7927856" y="2735225"/>
              <a:ext cx="73152" cy="7315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15"/>
            <p:cNvSpPr/>
            <p:nvPr/>
          </p:nvSpPr>
          <p:spPr>
            <a:xfrm>
              <a:off x="8016610" y="2403247"/>
              <a:ext cx="73152" cy="7315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15"/>
            <p:cNvSpPr/>
            <p:nvPr/>
          </p:nvSpPr>
          <p:spPr>
            <a:xfrm>
              <a:off x="8591285" y="2619648"/>
              <a:ext cx="73152" cy="7315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15"/>
            <p:cNvSpPr/>
            <p:nvPr/>
          </p:nvSpPr>
          <p:spPr>
            <a:xfrm>
              <a:off x="8975460" y="2778652"/>
              <a:ext cx="73152" cy="7315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15"/>
            <p:cNvSpPr/>
            <p:nvPr/>
          </p:nvSpPr>
          <p:spPr>
            <a:xfrm>
              <a:off x="9422139" y="2476399"/>
              <a:ext cx="73152" cy="7315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15"/>
            <p:cNvSpPr/>
            <p:nvPr/>
          </p:nvSpPr>
          <p:spPr>
            <a:xfrm>
              <a:off x="9457655" y="2796425"/>
              <a:ext cx="73152" cy="7315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15"/>
            <p:cNvSpPr/>
            <p:nvPr/>
          </p:nvSpPr>
          <p:spPr>
            <a:xfrm>
              <a:off x="9168857" y="2131360"/>
              <a:ext cx="73152" cy="7315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15"/>
            <p:cNvSpPr/>
            <p:nvPr/>
          </p:nvSpPr>
          <p:spPr>
            <a:xfrm>
              <a:off x="8664437" y="1750360"/>
              <a:ext cx="73152" cy="7315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15"/>
            <p:cNvSpPr/>
            <p:nvPr/>
          </p:nvSpPr>
          <p:spPr>
            <a:xfrm>
              <a:off x="9296262" y="1623474"/>
              <a:ext cx="73152" cy="7315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15"/>
            <p:cNvSpPr/>
            <p:nvPr/>
          </p:nvSpPr>
          <p:spPr>
            <a:xfrm>
              <a:off x="9428110" y="1525444"/>
              <a:ext cx="73152" cy="7315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15"/>
            <p:cNvSpPr/>
            <p:nvPr/>
          </p:nvSpPr>
          <p:spPr>
            <a:xfrm>
              <a:off x="9048612" y="1562020"/>
              <a:ext cx="73152" cy="7315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15"/>
            <p:cNvSpPr/>
            <p:nvPr/>
          </p:nvSpPr>
          <p:spPr>
            <a:xfrm>
              <a:off x="9428110" y="1748961"/>
              <a:ext cx="73152" cy="7315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15"/>
            <p:cNvSpPr/>
            <p:nvPr/>
          </p:nvSpPr>
          <p:spPr>
            <a:xfrm>
              <a:off x="9812285" y="1822113"/>
              <a:ext cx="73152" cy="7315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15"/>
            <p:cNvSpPr/>
            <p:nvPr/>
          </p:nvSpPr>
          <p:spPr>
            <a:xfrm>
              <a:off x="10025516" y="2022853"/>
              <a:ext cx="73152" cy="7315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15"/>
            <p:cNvSpPr/>
            <p:nvPr/>
          </p:nvSpPr>
          <p:spPr>
            <a:xfrm>
              <a:off x="10026606" y="2241088"/>
              <a:ext cx="73152" cy="7315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15"/>
            <p:cNvSpPr/>
            <p:nvPr/>
          </p:nvSpPr>
          <p:spPr>
            <a:xfrm>
              <a:off x="10062092" y="2808377"/>
              <a:ext cx="73152" cy="7315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15"/>
            <p:cNvSpPr/>
            <p:nvPr/>
          </p:nvSpPr>
          <p:spPr>
            <a:xfrm>
              <a:off x="9296262" y="2869577"/>
              <a:ext cx="73152" cy="7315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15"/>
            <p:cNvSpPr/>
            <p:nvPr/>
          </p:nvSpPr>
          <p:spPr>
            <a:xfrm>
              <a:off x="8944855" y="2567522"/>
              <a:ext cx="73152" cy="7315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15"/>
            <p:cNvSpPr/>
            <p:nvPr/>
          </p:nvSpPr>
          <p:spPr>
            <a:xfrm>
              <a:off x="8786458" y="2810381"/>
              <a:ext cx="73152" cy="7315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15"/>
            <p:cNvSpPr/>
            <p:nvPr/>
          </p:nvSpPr>
          <p:spPr>
            <a:xfrm>
              <a:off x="9486937" y="2908237"/>
              <a:ext cx="73152" cy="7315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15"/>
            <p:cNvSpPr/>
            <p:nvPr/>
          </p:nvSpPr>
          <p:spPr>
            <a:xfrm>
              <a:off x="9941183" y="3043151"/>
              <a:ext cx="73152" cy="7315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15"/>
            <p:cNvSpPr/>
            <p:nvPr/>
          </p:nvSpPr>
          <p:spPr>
            <a:xfrm>
              <a:off x="10891671" y="2778652"/>
              <a:ext cx="73152" cy="7315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15"/>
            <p:cNvSpPr/>
            <p:nvPr/>
          </p:nvSpPr>
          <p:spPr>
            <a:xfrm>
              <a:off x="11028196" y="2916650"/>
              <a:ext cx="73152" cy="7315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15"/>
            <p:cNvSpPr/>
            <p:nvPr/>
          </p:nvSpPr>
          <p:spPr>
            <a:xfrm>
              <a:off x="11627649" y="2662073"/>
              <a:ext cx="73152" cy="7315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15"/>
            <p:cNvSpPr/>
            <p:nvPr/>
          </p:nvSpPr>
          <p:spPr>
            <a:xfrm>
              <a:off x="7361736" y="1554241"/>
              <a:ext cx="4300292" cy="1520516"/>
            </a:xfrm>
            <a:custGeom>
              <a:rect b="b" l="l" r="r" t="t"/>
              <a:pathLst>
                <a:path extrusionOk="0" h="1520516" w="4300292">
                  <a:moveTo>
                    <a:pt x="0" y="1144306"/>
                  </a:moveTo>
                  <a:lnTo>
                    <a:pt x="397111" y="914400"/>
                  </a:lnTo>
                  <a:lnTo>
                    <a:pt x="182880" y="987552"/>
                  </a:lnTo>
                  <a:lnTo>
                    <a:pt x="73152" y="658368"/>
                  </a:lnTo>
                  <a:lnTo>
                    <a:pt x="794221" y="548640"/>
                  </a:lnTo>
                  <a:lnTo>
                    <a:pt x="945751" y="721070"/>
                  </a:lnTo>
                  <a:lnTo>
                    <a:pt x="809897" y="987552"/>
                  </a:lnTo>
                  <a:lnTo>
                    <a:pt x="600891" y="1217458"/>
                  </a:lnTo>
                  <a:lnTo>
                    <a:pt x="684493" y="883049"/>
                  </a:lnTo>
                  <a:lnTo>
                    <a:pt x="1264484" y="1092055"/>
                  </a:lnTo>
                  <a:lnTo>
                    <a:pt x="1645920" y="1274935"/>
                  </a:lnTo>
                  <a:lnTo>
                    <a:pt x="2116183" y="950976"/>
                  </a:lnTo>
                  <a:lnTo>
                    <a:pt x="2126633" y="1280160"/>
                  </a:lnTo>
                  <a:lnTo>
                    <a:pt x="1828800" y="611342"/>
                  </a:lnTo>
                  <a:lnTo>
                    <a:pt x="1316736" y="250807"/>
                  </a:lnTo>
                  <a:lnTo>
                    <a:pt x="2110957" y="0"/>
                  </a:lnTo>
                  <a:lnTo>
                    <a:pt x="1724297" y="26126"/>
                  </a:lnTo>
                  <a:lnTo>
                    <a:pt x="1975104" y="99278"/>
                  </a:lnTo>
                  <a:lnTo>
                    <a:pt x="2110957" y="224681"/>
                  </a:lnTo>
                  <a:lnTo>
                    <a:pt x="2502843" y="303058"/>
                  </a:lnTo>
                  <a:lnTo>
                    <a:pt x="2690948" y="496388"/>
                  </a:lnTo>
                  <a:lnTo>
                    <a:pt x="2696173" y="736745"/>
                  </a:lnTo>
                  <a:lnTo>
                    <a:pt x="2748425" y="1306286"/>
                  </a:lnTo>
                  <a:lnTo>
                    <a:pt x="1964653" y="1348087"/>
                  </a:lnTo>
                  <a:lnTo>
                    <a:pt x="1630244" y="1039803"/>
                  </a:lnTo>
                  <a:lnTo>
                    <a:pt x="1447364" y="1301060"/>
                  </a:lnTo>
                  <a:lnTo>
                    <a:pt x="2173659" y="1395113"/>
                  </a:lnTo>
                  <a:lnTo>
                    <a:pt x="2623021" y="1520516"/>
                  </a:lnTo>
                  <a:lnTo>
                    <a:pt x="3720301" y="1416014"/>
                  </a:lnTo>
                  <a:lnTo>
                    <a:pt x="3579223" y="1264484"/>
                  </a:lnTo>
                  <a:lnTo>
                    <a:pt x="4300292" y="1149531"/>
                  </a:lnTo>
                </a:path>
              </a:pathLst>
            </a:custGeom>
            <a:noFill/>
            <a:ln cap="flat" cmpd="sng" w="127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ç</a:t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6" name="Google Shape;156;p15"/>
          <p:cNvSpPr txBox="1"/>
          <p:nvPr/>
        </p:nvSpPr>
        <p:spPr>
          <a:xfrm>
            <a:off x="4383117" y="4666961"/>
            <a:ext cx="446500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Sampling location at certain temporal interval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5"/>
          <p:cNvSpPr txBox="1"/>
          <p:nvPr/>
        </p:nvSpPr>
        <p:spPr>
          <a:xfrm>
            <a:off x="8312087" y="3242688"/>
            <a:ext cx="24960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The analytical trajectory 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5"/>
          <p:cNvSpPr/>
          <p:nvPr/>
        </p:nvSpPr>
        <p:spPr>
          <a:xfrm rot="1035055">
            <a:off x="2565855" y="2185793"/>
            <a:ext cx="1777304" cy="1579742"/>
          </a:xfrm>
          <a:prstGeom prst="bentArrow">
            <a:avLst>
              <a:gd fmla="val 25000" name="adj1"/>
              <a:gd fmla="val 25000" name="adj2"/>
              <a:gd fmla="val 25000" name="adj3"/>
              <a:gd fmla="val 87500" name="adj4"/>
            </a:avLst>
          </a:prstGeom>
          <a:solidFill>
            <a:srgbClr val="F7CAAC">
              <a:alpha val="3411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5"/>
          <p:cNvSpPr/>
          <p:nvPr/>
        </p:nvSpPr>
        <p:spPr>
          <a:xfrm rot="547070">
            <a:off x="5844854" y="1007287"/>
            <a:ext cx="1777304" cy="1579742"/>
          </a:xfrm>
          <a:prstGeom prst="bentArrow">
            <a:avLst>
              <a:gd fmla="val 25000" name="adj1"/>
              <a:gd fmla="val 25000" name="adj2"/>
              <a:gd fmla="val 25000" name="adj3"/>
              <a:gd fmla="val 87500" name="adj4"/>
            </a:avLst>
          </a:prstGeom>
          <a:solidFill>
            <a:srgbClr val="F7CAAC">
              <a:alpha val="3411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5"/>
          <p:cNvSpPr txBox="1"/>
          <p:nvPr>
            <p:ph idx="4294967295" type="title"/>
          </p:nvPr>
        </p:nvSpPr>
        <p:spPr>
          <a:xfrm>
            <a:off x="415600" y="593375"/>
            <a:ext cx="56040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38823"/>
              <a:buNone/>
            </a:pPr>
            <a:r>
              <a:rPr lang="en-US" sz="2550"/>
              <a:t>From raw data to analytical track</a:t>
            </a:r>
            <a:endParaRPr sz="2550"/>
          </a:p>
        </p:txBody>
      </p:sp>
      <p:sp>
        <p:nvSpPr>
          <p:cNvPr id="161" name="Google Shape;161;p15"/>
          <p:cNvSpPr txBox="1"/>
          <p:nvPr/>
        </p:nvSpPr>
        <p:spPr>
          <a:xfrm>
            <a:off x="6155388" y="5771100"/>
            <a:ext cx="5678700" cy="6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accent4"/>
                </a:solidFill>
                <a:latin typeface="Proxima Nova"/>
                <a:ea typeface="Proxima Nova"/>
                <a:cs typeface="Proxima Nova"/>
                <a:sym typeface="Proxima Nova"/>
              </a:rPr>
              <a:t>A</a:t>
            </a:r>
            <a:r>
              <a:rPr b="1" lang="en-US" sz="1800" u="sng">
                <a:solidFill>
                  <a:schemeClr val="accent4"/>
                </a:solidFill>
                <a:latin typeface="Proxima Nova"/>
                <a:ea typeface="Proxima Nova"/>
                <a:cs typeface="Proxima Nova"/>
                <a:sym typeface="Proxima Nova"/>
              </a:rPr>
              <a:t>cknowledge</a:t>
            </a:r>
            <a:r>
              <a:rPr b="1" lang="en-US" sz="1800" u="sng">
                <a:solidFill>
                  <a:schemeClr val="accent4"/>
                </a:solidFill>
                <a:latin typeface="Proxima Nova"/>
                <a:ea typeface="Proxima Nova"/>
                <a:cs typeface="Proxima Nova"/>
                <a:sym typeface="Proxima Nova"/>
              </a:rPr>
              <a:t> our assumptions in this process!</a:t>
            </a:r>
            <a:endParaRPr b="1" sz="1800" u="sng">
              <a:solidFill>
                <a:schemeClr val="accent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oogle Shape;166;p16"/>
          <p:cNvGrpSpPr/>
          <p:nvPr/>
        </p:nvGrpSpPr>
        <p:grpSpPr>
          <a:xfrm>
            <a:off x="2053931" y="2283687"/>
            <a:ext cx="7493228" cy="2849631"/>
            <a:chOff x="2053931" y="2283687"/>
            <a:chExt cx="7493228" cy="2849631"/>
          </a:xfrm>
        </p:grpSpPr>
        <p:grpSp>
          <p:nvGrpSpPr>
            <p:cNvPr id="167" name="Google Shape;167;p16"/>
            <p:cNvGrpSpPr/>
            <p:nvPr/>
          </p:nvGrpSpPr>
          <p:grpSpPr>
            <a:xfrm>
              <a:off x="2468797" y="2819719"/>
              <a:ext cx="6800405" cy="1777567"/>
              <a:chOff x="2436915" y="3705884"/>
              <a:chExt cx="6635520" cy="1712901"/>
            </a:xfrm>
          </p:grpSpPr>
          <p:grpSp>
            <p:nvGrpSpPr>
              <p:cNvPr id="168" name="Google Shape;168;p16"/>
              <p:cNvGrpSpPr/>
              <p:nvPr/>
            </p:nvGrpSpPr>
            <p:grpSpPr>
              <a:xfrm>
                <a:off x="2436915" y="3705884"/>
                <a:ext cx="6635520" cy="1712901"/>
                <a:chOff x="2815736" y="2432999"/>
                <a:chExt cx="1434932" cy="370415"/>
              </a:xfrm>
            </p:grpSpPr>
            <p:sp>
              <p:nvSpPr>
                <p:cNvPr id="169" name="Google Shape;169;p16"/>
                <p:cNvSpPr/>
                <p:nvPr/>
              </p:nvSpPr>
              <p:spPr>
                <a:xfrm>
                  <a:off x="2815736" y="2743760"/>
                  <a:ext cx="59654" cy="5965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0" name="Google Shape;170;p16"/>
                <p:cNvSpPr/>
                <p:nvPr/>
              </p:nvSpPr>
              <p:spPr>
                <a:xfrm>
                  <a:off x="3590839" y="2528067"/>
                  <a:ext cx="59654" cy="5965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1" name="Google Shape;171;p16"/>
                <p:cNvSpPr/>
                <p:nvPr/>
              </p:nvSpPr>
              <p:spPr>
                <a:xfrm>
                  <a:off x="3702172" y="2640601"/>
                  <a:ext cx="59654" cy="5965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2" name="Google Shape;172;p16"/>
                <p:cNvSpPr/>
                <p:nvPr/>
              </p:nvSpPr>
              <p:spPr>
                <a:xfrm>
                  <a:off x="4191014" y="2432999"/>
                  <a:ext cx="59654" cy="5965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73" name="Google Shape;173;p16"/>
              <p:cNvSpPr/>
              <p:nvPr/>
            </p:nvSpPr>
            <p:spPr>
              <a:xfrm>
                <a:off x="2568764" y="3849206"/>
                <a:ext cx="6226838" cy="1452238"/>
              </a:xfrm>
              <a:custGeom>
                <a:rect b="b" l="l" r="r" t="t"/>
                <a:pathLst>
                  <a:path extrusionOk="0" h="823965" w="3768132">
                    <a:moveTo>
                      <a:pt x="0" y="823965"/>
                    </a:moveTo>
                    <a:lnTo>
                      <a:pt x="2461846" y="532563"/>
                    </a:lnTo>
                    <a:lnTo>
                      <a:pt x="2150347" y="231112"/>
                    </a:lnTo>
                    <a:lnTo>
                      <a:pt x="3768132" y="0"/>
                    </a:lnTo>
                  </a:path>
                </a:pathLst>
              </a:custGeom>
              <a:noFill/>
              <a:ln cap="flat" cmpd="sng" w="19050">
                <a:solidFill>
                  <a:srgbClr val="D84315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4" name="Google Shape;174;p16"/>
            <p:cNvSpPr txBox="1"/>
            <p:nvPr/>
          </p:nvSpPr>
          <p:spPr>
            <a:xfrm>
              <a:off x="2161171" y="3916077"/>
              <a:ext cx="39145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0" baseline="-25000" i="0" lang="en-US" sz="2400" u="none" cap="none" strike="noStrik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16"/>
            <p:cNvSpPr txBox="1"/>
            <p:nvPr/>
          </p:nvSpPr>
          <p:spPr>
            <a:xfrm>
              <a:off x="2053931" y="4671653"/>
              <a:ext cx="99738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(x</a:t>
              </a:r>
              <a:r>
                <a:rPr b="0" baseline="-25000" i="0" lang="en-US" sz="2400" u="none" cap="none" strike="noStrik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r>
                <a:rPr b="0" i="0" lang="en-US" sz="2400" u="none" cap="none" strike="noStrik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, y</a:t>
              </a:r>
              <a:r>
                <a:rPr b="0" baseline="-25000" i="0" lang="en-US" sz="2400" u="none" cap="none" strike="noStrik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r>
                <a:rPr b="0" i="0" lang="en-US" sz="2400" u="none" cap="none" strike="noStrik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16"/>
            <p:cNvSpPr txBox="1"/>
            <p:nvPr/>
          </p:nvSpPr>
          <p:spPr>
            <a:xfrm>
              <a:off x="6261143" y="4111655"/>
              <a:ext cx="99738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(x</a:t>
              </a:r>
              <a:r>
                <a:rPr b="0" baseline="-25000" i="0" lang="en-US" sz="2400" u="none" cap="none" strike="noStrik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r>
                <a:rPr b="0" i="0" lang="en-US" sz="2400" u="none" cap="none" strike="noStrik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, y</a:t>
              </a:r>
              <a:r>
                <a:rPr b="0" baseline="-25000" i="0" lang="en-US" sz="2400" u="none" cap="none" strike="noStrik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r>
                <a:rPr b="0" i="0" lang="en-US" sz="2400" u="none" cap="none" strike="noStrik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16"/>
            <p:cNvSpPr txBox="1"/>
            <p:nvPr/>
          </p:nvSpPr>
          <p:spPr>
            <a:xfrm>
              <a:off x="6559988" y="3255973"/>
              <a:ext cx="99738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(x</a:t>
              </a:r>
              <a:r>
                <a:rPr b="0" baseline="-25000" i="0" lang="en-US" sz="2400" u="none" cap="none" strike="noStrik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b="0" i="0" lang="en-US" sz="2400" u="none" cap="none" strike="noStrik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, y</a:t>
              </a:r>
              <a:r>
                <a:rPr b="0" baseline="-25000" i="0" lang="en-US" sz="2400" u="none" cap="none" strike="noStrik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b="0" i="0" lang="en-US" sz="2400" u="none" cap="none" strike="noStrik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16"/>
            <p:cNvSpPr txBox="1"/>
            <p:nvPr/>
          </p:nvSpPr>
          <p:spPr>
            <a:xfrm>
              <a:off x="8549770" y="3097991"/>
              <a:ext cx="99738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(x</a:t>
              </a:r>
              <a:r>
                <a:rPr b="0" baseline="-25000" i="0" lang="en-US" sz="2400" u="none" cap="none" strike="noStrik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r>
                <a:rPr b="0" i="0" lang="en-US" sz="2400" u="none" cap="none" strike="noStrik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, y</a:t>
              </a:r>
              <a:r>
                <a:rPr b="0" baseline="-25000" i="0" lang="en-US" sz="2400" u="none" cap="none" strike="noStrik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r>
                <a:rPr b="0" i="0" lang="en-US" sz="2400" u="none" cap="none" strike="noStrik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16"/>
            <p:cNvSpPr txBox="1"/>
            <p:nvPr/>
          </p:nvSpPr>
          <p:spPr>
            <a:xfrm flipH="1">
              <a:off x="6008415" y="3519566"/>
              <a:ext cx="78048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0" baseline="-25000" i="0" lang="en-US" sz="2400" u="none" cap="none" strike="noStrik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16"/>
            <p:cNvSpPr txBox="1"/>
            <p:nvPr/>
          </p:nvSpPr>
          <p:spPr>
            <a:xfrm>
              <a:off x="6229136" y="2782344"/>
              <a:ext cx="39145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0" baseline="-25000" i="0" lang="en-US" sz="2400" u="none" cap="none" strike="noStrik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16"/>
            <p:cNvSpPr txBox="1"/>
            <p:nvPr/>
          </p:nvSpPr>
          <p:spPr>
            <a:xfrm>
              <a:off x="8932119" y="2283687"/>
              <a:ext cx="39145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0" baseline="-25000" i="0" lang="en-US" sz="2400" u="none" cap="none" strike="noStrik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2" name="Google Shape;182;p16"/>
          <p:cNvSpPr txBox="1"/>
          <p:nvPr>
            <p:ph idx="4294967295" type="title"/>
          </p:nvPr>
        </p:nvSpPr>
        <p:spPr>
          <a:xfrm>
            <a:off x="415600" y="593375"/>
            <a:ext cx="56040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38823"/>
              <a:buNone/>
            </a:pPr>
            <a:r>
              <a:rPr lang="en-US" sz="2550"/>
              <a:t>From raw data to analytical track</a:t>
            </a:r>
            <a:endParaRPr sz="2550"/>
          </a:p>
        </p:txBody>
      </p:sp>
      <p:sp>
        <p:nvSpPr>
          <p:cNvPr id="183" name="Google Shape;183;p16"/>
          <p:cNvSpPr txBox="1"/>
          <p:nvPr/>
        </p:nvSpPr>
        <p:spPr>
          <a:xfrm>
            <a:off x="467221" y="1062597"/>
            <a:ext cx="861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D84315"/>
                </a:solidFill>
              </a:rPr>
              <a:t>Movement is locations through time</a:t>
            </a:r>
            <a:endParaRPr b="1" sz="1800">
              <a:solidFill>
                <a:srgbClr val="D84315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" name="Google Shape;189;p17"/>
          <p:cNvGrpSpPr/>
          <p:nvPr/>
        </p:nvGrpSpPr>
        <p:grpSpPr>
          <a:xfrm>
            <a:off x="3408395" y="2694737"/>
            <a:ext cx="2594662" cy="976228"/>
            <a:chOff x="529270" y="1353701"/>
            <a:chExt cx="3568998" cy="1297313"/>
          </a:xfrm>
        </p:grpSpPr>
        <p:sp>
          <p:nvSpPr>
            <p:cNvPr id="190" name="Google Shape;190;p17"/>
            <p:cNvSpPr/>
            <p:nvPr/>
          </p:nvSpPr>
          <p:spPr>
            <a:xfrm>
              <a:off x="529270" y="2280599"/>
              <a:ext cx="59654" cy="5965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rgbClr val="D8431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17"/>
            <p:cNvSpPr/>
            <p:nvPr/>
          </p:nvSpPr>
          <p:spPr>
            <a:xfrm>
              <a:off x="852913" y="2099358"/>
              <a:ext cx="59654" cy="5965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rgbClr val="D8431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17"/>
            <p:cNvSpPr/>
            <p:nvPr/>
          </p:nvSpPr>
          <p:spPr>
            <a:xfrm>
              <a:off x="687208" y="2159012"/>
              <a:ext cx="59654" cy="5965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rgbClr val="D8431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17"/>
            <p:cNvSpPr/>
            <p:nvPr/>
          </p:nvSpPr>
          <p:spPr>
            <a:xfrm>
              <a:off x="588924" y="1877640"/>
              <a:ext cx="59654" cy="5965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rgbClr val="D8431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17"/>
            <p:cNvSpPr/>
            <p:nvPr/>
          </p:nvSpPr>
          <p:spPr>
            <a:xfrm>
              <a:off x="1179250" y="1789155"/>
              <a:ext cx="59654" cy="5965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rgbClr val="D8431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17"/>
            <p:cNvSpPr/>
            <p:nvPr/>
          </p:nvSpPr>
          <p:spPr>
            <a:xfrm>
              <a:off x="1298350" y="1937294"/>
              <a:ext cx="59654" cy="5965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rgbClr val="D8431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17"/>
            <p:cNvSpPr/>
            <p:nvPr/>
          </p:nvSpPr>
          <p:spPr>
            <a:xfrm>
              <a:off x="1189803" y="2159012"/>
              <a:ext cx="59654" cy="5965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rgbClr val="D8431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17"/>
            <p:cNvSpPr/>
            <p:nvPr/>
          </p:nvSpPr>
          <p:spPr>
            <a:xfrm>
              <a:off x="1021509" y="2340253"/>
              <a:ext cx="59654" cy="5965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rgbClr val="D8431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8;p17"/>
            <p:cNvSpPr/>
            <p:nvPr/>
          </p:nvSpPr>
          <p:spPr>
            <a:xfrm>
              <a:off x="1093886" y="2069531"/>
              <a:ext cx="59654" cy="5965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rgbClr val="D8431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17"/>
            <p:cNvSpPr/>
            <p:nvPr/>
          </p:nvSpPr>
          <p:spPr>
            <a:xfrm>
              <a:off x="1562522" y="2246002"/>
              <a:ext cx="59654" cy="5965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rgbClr val="D8431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17"/>
            <p:cNvSpPr/>
            <p:nvPr/>
          </p:nvSpPr>
          <p:spPr>
            <a:xfrm>
              <a:off x="1875808" y="2375667"/>
              <a:ext cx="59654" cy="5965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rgbClr val="D8431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p17"/>
            <p:cNvSpPr/>
            <p:nvPr/>
          </p:nvSpPr>
          <p:spPr>
            <a:xfrm>
              <a:off x="2240066" y="2129185"/>
              <a:ext cx="59654" cy="5965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rgbClr val="D8431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17"/>
            <p:cNvSpPr/>
            <p:nvPr/>
          </p:nvSpPr>
          <p:spPr>
            <a:xfrm>
              <a:off x="2269029" y="2390160"/>
              <a:ext cx="59654" cy="5965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rgbClr val="D8431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p17"/>
            <p:cNvSpPr/>
            <p:nvPr/>
          </p:nvSpPr>
          <p:spPr>
            <a:xfrm>
              <a:off x="2033520" y="1847813"/>
              <a:ext cx="59654" cy="5965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rgbClr val="D8431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p17"/>
            <p:cNvSpPr/>
            <p:nvPr/>
          </p:nvSpPr>
          <p:spPr>
            <a:xfrm>
              <a:off x="1622176" y="1537115"/>
              <a:ext cx="59654" cy="5965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rgbClr val="D8431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17"/>
            <p:cNvSpPr/>
            <p:nvPr/>
          </p:nvSpPr>
          <p:spPr>
            <a:xfrm>
              <a:off x="2137416" y="1433642"/>
              <a:ext cx="59654" cy="5965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rgbClr val="D8431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17"/>
            <p:cNvSpPr/>
            <p:nvPr/>
          </p:nvSpPr>
          <p:spPr>
            <a:xfrm>
              <a:off x="2244935" y="1353701"/>
              <a:ext cx="59654" cy="5965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rgbClr val="D8431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17"/>
            <p:cNvSpPr/>
            <p:nvPr/>
          </p:nvSpPr>
          <p:spPr>
            <a:xfrm>
              <a:off x="1935462" y="1383528"/>
              <a:ext cx="59654" cy="5965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rgbClr val="D8431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17"/>
            <p:cNvSpPr/>
            <p:nvPr/>
          </p:nvSpPr>
          <p:spPr>
            <a:xfrm>
              <a:off x="2244935" y="1535975"/>
              <a:ext cx="59654" cy="5965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rgbClr val="D8431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17"/>
            <p:cNvSpPr/>
            <p:nvPr/>
          </p:nvSpPr>
          <p:spPr>
            <a:xfrm>
              <a:off x="2558222" y="1595629"/>
              <a:ext cx="59654" cy="5965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rgbClr val="D8431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p17"/>
            <p:cNvSpPr/>
            <p:nvPr/>
          </p:nvSpPr>
          <p:spPr>
            <a:xfrm>
              <a:off x="2732108" y="1759328"/>
              <a:ext cx="59654" cy="5965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rgbClr val="D8431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17"/>
            <p:cNvSpPr/>
            <p:nvPr/>
          </p:nvSpPr>
          <p:spPr>
            <a:xfrm>
              <a:off x="2732996" y="1937294"/>
              <a:ext cx="59654" cy="5965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rgbClr val="D8431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17"/>
            <p:cNvSpPr/>
            <p:nvPr/>
          </p:nvSpPr>
          <p:spPr>
            <a:xfrm>
              <a:off x="2761934" y="2399907"/>
              <a:ext cx="59654" cy="5965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rgbClr val="D8431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17"/>
            <p:cNvSpPr/>
            <p:nvPr/>
          </p:nvSpPr>
          <p:spPr>
            <a:xfrm>
              <a:off x="2137416" y="2449814"/>
              <a:ext cx="59654" cy="5965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rgbClr val="D8431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17"/>
            <p:cNvSpPr/>
            <p:nvPr/>
          </p:nvSpPr>
          <p:spPr>
            <a:xfrm>
              <a:off x="1850851" y="2203494"/>
              <a:ext cx="59654" cy="5965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rgbClr val="D8431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17"/>
            <p:cNvSpPr/>
            <p:nvPr/>
          </p:nvSpPr>
          <p:spPr>
            <a:xfrm>
              <a:off x="1721681" y="2401541"/>
              <a:ext cx="59654" cy="5965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rgbClr val="D8431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17"/>
            <p:cNvSpPr/>
            <p:nvPr/>
          </p:nvSpPr>
          <p:spPr>
            <a:xfrm>
              <a:off x="2292907" y="2481340"/>
              <a:ext cx="59654" cy="5965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rgbClr val="D8431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17"/>
            <p:cNvSpPr/>
            <p:nvPr/>
          </p:nvSpPr>
          <p:spPr>
            <a:xfrm>
              <a:off x="2663336" y="2591360"/>
              <a:ext cx="59654" cy="5965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rgbClr val="D8431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p17"/>
            <p:cNvSpPr/>
            <p:nvPr/>
          </p:nvSpPr>
          <p:spPr>
            <a:xfrm>
              <a:off x="3438439" y="2375667"/>
              <a:ext cx="59654" cy="5965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rgbClr val="D8431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17"/>
            <p:cNvSpPr/>
            <p:nvPr/>
          </p:nvSpPr>
          <p:spPr>
            <a:xfrm>
              <a:off x="3549772" y="2488201"/>
              <a:ext cx="59654" cy="5965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rgbClr val="D8431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17"/>
            <p:cNvSpPr/>
            <p:nvPr/>
          </p:nvSpPr>
          <p:spPr>
            <a:xfrm>
              <a:off x="4038614" y="2280599"/>
              <a:ext cx="59654" cy="5965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rgbClr val="D8431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17"/>
            <p:cNvSpPr/>
            <p:nvPr/>
          </p:nvSpPr>
          <p:spPr>
            <a:xfrm>
              <a:off x="559850" y="1377184"/>
              <a:ext cx="3506800" cy="1239950"/>
            </a:xfrm>
            <a:custGeom>
              <a:rect b="b" l="l" r="r" t="t"/>
              <a:pathLst>
                <a:path extrusionOk="0" h="1520516" w="4300292">
                  <a:moveTo>
                    <a:pt x="0" y="1144306"/>
                  </a:moveTo>
                  <a:lnTo>
                    <a:pt x="397111" y="914400"/>
                  </a:lnTo>
                  <a:lnTo>
                    <a:pt x="182880" y="987552"/>
                  </a:lnTo>
                  <a:lnTo>
                    <a:pt x="73152" y="658368"/>
                  </a:lnTo>
                  <a:lnTo>
                    <a:pt x="794221" y="548640"/>
                  </a:lnTo>
                  <a:lnTo>
                    <a:pt x="945751" y="721070"/>
                  </a:lnTo>
                  <a:lnTo>
                    <a:pt x="809897" y="987552"/>
                  </a:lnTo>
                  <a:lnTo>
                    <a:pt x="600891" y="1217458"/>
                  </a:lnTo>
                  <a:lnTo>
                    <a:pt x="684493" y="883049"/>
                  </a:lnTo>
                  <a:lnTo>
                    <a:pt x="1264484" y="1092055"/>
                  </a:lnTo>
                  <a:lnTo>
                    <a:pt x="1645920" y="1274935"/>
                  </a:lnTo>
                  <a:lnTo>
                    <a:pt x="2116183" y="950976"/>
                  </a:lnTo>
                  <a:lnTo>
                    <a:pt x="2126633" y="1280160"/>
                  </a:lnTo>
                  <a:lnTo>
                    <a:pt x="1828800" y="611342"/>
                  </a:lnTo>
                  <a:lnTo>
                    <a:pt x="1316736" y="250807"/>
                  </a:lnTo>
                  <a:lnTo>
                    <a:pt x="2110957" y="0"/>
                  </a:lnTo>
                  <a:lnTo>
                    <a:pt x="1724297" y="26126"/>
                  </a:lnTo>
                  <a:lnTo>
                    <a:pt x="1975104" y="99278"/>
                  </a:lnTo>
                  <a:lnTo>
                    <a:pt x="2110957" y="224681"/>
                  </a:lnTo>
                  <a:lnTo>
                    <a:pt x="2502843" y="303058"/>
                  </a:lnTo>
                  <a:lnTo>
                    <a:pt x="2690948" y="496388"/>
                  </a:lnTo>
                  <a:lnTo>
                    <a:pt x="2696173" y="736745"/>
                  </a:lnTo>
                  <a:lnTo>
                    <a:pt x="2748425" y="1306286"/>
                  </a:lnTo>
                  <a:lnTo>
                    <a:pt x="1964653" y="1348087"/>
                  </a:lnTo>
                  <a:lnTo>
                    <a:pt x="1630244" y="1039803"/>
                  </a:lnTo>
                  <a:lnTo>
                    <a:pt x="1447364" y="1301060"/>
                  </a:lnTo>
                  <a:lnTo>
                    <a:pt x="2173659" y="1395113"/>
                  </a:lnTo>
                  <a:lnTo>
                    <a:pt x="2623021" y="1520516"/>
                  </a:lnTo>
                  <a:lnTo>
                    <a:pt x="3720301" y="1416014"/>
                  </a:lnTo>
                  <a:lnTo>
                    <a:pt x="3579223" y="1264484"/>
                  </a:lnTo>
                  <a:lnTo>
                    <a:pt x="4300292" y="1149531"/>
                  </a:lnTo>
                </a:path>
              </a:pathLst>
            </a:custGeom>
            <a:noFill/>
            <a:ln cap="flat" cmpd="sng" w="12700">
              <a:solidFill>
                <a:srgbClr val="D8431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2" name="Google Shape;222;p17"/>
          <p:cNvGrpSpPr/>
          <p:nvPr/>
        </p:nvGrpSpPr>
        <p:grpSpPr>
          <a:xfrm>
            <a:off x="781637" y="3098729"/>
            <a:ext cx="1607786" cy="523291"/>
            <a:chOff x="2436915" y="3705884"/>
            <a:chExt cx="6635520" cy="1712901"/>
          </a:xfrm>
        </p:grpSpPr>
        <p:grpSp>
          <p:nvGrpSpPr>
            <p:cNvPr id="223" name="Google Shape;223;p17"/>
            <p:cNvGrpSpPr/>
            <p:nvPr/>
          </p:nvGrpSpPr>
          <p:grpSpPr>
            <a:xfrm>
              <a:off x="2436915" y="3705884"/>
              <a:ext cx="6635520" cy="1712901"/>
              <a:chOff x="2815736" y="2432999"/>
              <a:chExt cx="1434932" cy="370415"/>
            </a:xfrm>
          </p:grpSpPr>
          <p:sp>
            <p:nvSpPr>
              <p:cNvPr id="224" name="Google Shape;224;p17"/>
              <p:cNvSpPr/>
              <p:nvPr/>
            </p:nvSpPr>
            <p:spPr>
              <a:xfrm>
                <a:off x="2815736" y="2743760"/>
                <a:ext cx="59654" cy="59654"/>
              </a:xfrm>
              <a:prstGeom prst="ellipse">
                <a:avLst/>
              </a:prstGeom>
              <a:solidFill>
                <a:schemeClr val="accent2"/>
              </a:solidFill>
              <a:ln cap="flat" cmpd="sng" w="9525">
                <a:solidFill>
                  <a:srgbClr val="D8431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" name="Google Shape;225;p17"/>
              <p:cNvSpPr/>
              <p:nvPr/>
            </p:nvSpPr>
            <p:spPr>
              <a:xfrm>
                <a:off x="3590839" y="2528067"/>
                <a:ext cx="59654" cy="59654"/>
              </a:xfrm>
              <a:prstGeom prst="ellipse">
                <a:avLst/>
              </a:prstGeom>
              <a:solidFill>
                <a:schemeClr val="accent2"/>
              </a:solidFill>
              <a:ln cap="flat" cmpd="sng" w="9525">
                <a:solidFill>
                  <a:srgbClr val="D8431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" name="Google Shape;226;p17"/>
              <p:cNvSpPr/>
              <p:nvPr/>
            </p:nvSpPr>
            <p:spPr>
              <a:xfrm>
                <a:off x="3702172" y="2640601"/>
                <a:ext cx="59654" cy="59654"/>
              </a:xfrm>
              <a:prstGeom prst="ellipse">
                <a:avLst/>
              </a:prstGeom>
              <a:solidFill>
                <a:schemeClr val="accent2"/>
              </a:solidFill>
              <a:ln cap="flat" cmpd="sng" w="9525">
                <a:solidFill>
                  <a:srgbClr val="D8431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" name="Google Shape;227;p17"/>
              <p:cNvSpPr/>
              <p:nvPr/>
            </p:nvSpPr>
            <p:spPr>
              <a:xfrm>
                <a:off x="4191014" y="2432999"/>
                <a:ext cx="59654" cy="59654"/>
              </a:xfrm>
              <a:prstGeom prst="ellipse">
                <a:avLst/>
              </a:prstGeom>
              <a:solidFill>
                <a:schemeClr val="accent2"/>
              </a:solidFill>
              <a:ln cap="flat" cmpd="sng" w="9525">
                <a:solidFill>
                  <a:srgbClr val="D8431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8" name="Google Shape;228;p17"/>
            <p:cNvSpPr/>
            <p:nvPr/>
          </p:nvSpPr>
          <p:spPr>
            <a:xfrm>
              <a:off x="2568764" y="3849206"/>
              <a:ext cx="6227815" cy="1451730"/>
            </a:xfrm>
            <a:custGeom>
              <a:rect b="b" l="l" r="r" t="t"/>
              <a:pathLst>
                <a:path extrusionOk="0" h="823965" w="3768132">
                  <a:moveTo>
                    <a:pt x="0" y="823965"/>
                  </a:moveTo>
                  <a:lnTo>
                    <a:pt x="2461846" y="532563"/>
                  </a:lnTo>
                  <a:lnTo>
                    <a:pt x="2150347" y="231112"/>
                  </a:lnTo>
                  <a:lnTo>
                    <a:pt x="3768132" y="0"/>
                  </a:lnTo>
                </a:path>
              </a:pathLst>
            </a:custGeom>
            <a:noFill/>
            <a:ln cap="flat" cmpd="sng" w="19050">
              <a:solidFill>
                <a:srgbClr val="D8431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9" name="Google Shape;229;p17"/>
          <p:cNvSpPr txBox="1"/>
          <p:nvPr/>
        </p:nvSpPr>
        <p:spPr>
          <a:xfrm>
            <a:off x="1150838" y="1889425"/>
            <a:ext cx="75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STEPS</a:t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7"/>
          <p:cNvSpPr/>
          <p:nvPr/>
        </p:nvSpPr>
        <p:spPr>
          <a:xfrm flipH="1" rot="10800000">
            <a:off x="2248507" y="3725975"/>
            <a:ext cx="2549400" cy="383700"/>
          </a:xfrm>
          <a:prstGeom prst="bentArrow">
            <a:avLst>
              <a:gd fmla="val 29827" name="adj1"/>
              <a:gd fmla="val 38124" name="adj2"/>
              <a:gd fmla="val 25000" name="adj3"/>
              <a:gd fmla="val 75000" name="adj4"/>
            </a:avLst>
          </a:prstGeom>
          <a:solidFill>
            <a:srgbClr val="D84315">
              <a:alpha val="4873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7"/>
          <p:cNvSpPr txBox="1"/>
          <p:nvPr/>
        </p:nvSpPr>
        <p:spPr>
          <a:xfrm>
            <a:off x="4039380" y="1833013"/>
            <a:ext cx="782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PATHS</a:t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7"/>
          <p:cNvSpPr/>
          <p:nvPr/>
        </p:nvSpPr>
        <p:spPr>
          <a:xfrm>
            <a:off x="4883413" y="3363526"/>
            <a:ext cx="1233000" cy="350700"/>
          </a:xfrm>
          <a:prstGeom prst="rect">
            <a:avLst/>
          </a:prstGeom>
          <a:noFill/>
          <a:ln cap="flat" cmpd="sng" w="31750">
            <a:solidFill>
              <a:srgbClr val="7030A0">
                <a:alpha val="34509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3" name="Google Shape;233;p17"/>
          <p:cNvGrpSpPr/>
          <p:nvPr/>
        </p:nvGrpSpPr>
        <p:grpSpPr>
          <a:xfrm>
            <a:off x="7630451" y="2406608"/>
            <a:ext cx="3412143" cy="1788219"/>
            <a:chOff x="7350785" y="1802686"/>
            <a:chExt cx="3412143" cy="1788219"/>
          </a:xfrm>
        </p:grpSpPr>
        <p:pic>
          <p:nvPicPr>
            <p:cNvPr id="234" name="Google Shape;234;p17"/>
            <p:cNvPicPr preferRelativeResize="0"/>
            <p:nvPr/>
          </p:nvPicPr>
          <p:blipFill rotWithShape="1">
            <a:blip r:embed="rId3">
              <a:alphaModFix/>
            </a:blip>
            <a:srcRect b="61232" l="31505" r="25424" t="14597"/>
            <a:stretch/>
          </p:blipFill>
          <p:spPr>
            <a:xfrm>
              <a:off x="7350785" y="1802686"/>
              <a:ext cx="3412143" cy="178821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5" name="Google Shape;235;p17"/>
            <p:cNvSpPr/>
            <p:nvPr/>
          </p:nvSpPr>
          <p:spPr>
            <a:xfrm>
              <a:off x="7370547" y="2801179"/>
              <a:ext cx="859053" cy="431824"/>
            </a:xfrm>
            <a:prstGeom prst="rect">
              <a:avLst/>
            </a:prstGeom>
            <a:noFill/>
            <a:ln cap="flat" cmpd="sng" w="31750">
              <a:solidFill>
                <a:srgbClr val="7030A0">
                  <a:alpha val="34509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6" name="Google Shape;236;p17"/>
          <p:cNvSpPr/>
          <p:nvPr/>
        </p:nvSpPr>
        <p:spPr>
          <a:xfrm rot="5400000">
            <a:off x="6586921" y="1835284"/>
            <a:ext cx="601800" cy="2193600"/>
          </a:xfrm>
          <a:prstGeom prst="bentArrow">
            <a:avLst>
              <a:gd fmla="val 24146" name="adj1"/>
              <a:gd fmla="val 33953" name="adj2"/>
              <a:gd fmla="val 25000" name="adj3"/>
              <a:gd fmla="val 75000" name="adj4"/>
            </a:avLst>
          </a:prstGeom>
          <a:solidFill>
            <a:srgbClr val="D84315">
              <a:alpha val="4873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7"/>
          <p:cNvSpPr txBox="1"/>
          <p:nvPr/>
        </p:nvSpPr>
        <p:spPr>
          <a:xfrm>
            <a:off x="7797977" y="1889433"/>
            <a:ext cx="307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Life-history</a:t>
            </a:r>
            <a:r>
              <a:rPr b="1" lang="en-US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stage</a:t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8" name="Google Shape;238;p17"/>
          <p:cNvGrpSpPr/>
          <p:nvPr/>
        </p:nvGrpSpPr>
        <p:grpSpPr>
          <a:xfrm>
            <a:off x="1425181" y="4529050"/>
            <a:ext cx="5462701" cy="1729439"/>
            <a:chOff x="2619168" y="4621965"/>
            <a:chExt cx="5462701" cy="1729439"/>
          </a:xfrm>
        </p:grpSpPr>
        <p:pic>
          <p:nvPicPr>
            <p:cNvPr id="239" name="Google Shape;239;p17"/>
            <p:cNvPicPr preferRelativeResize="0"/>
            <p:nvPr/>
          </p:nvPicPr>
          <p:blipFill rotWithShape="1">
            <a:blip r:embed="rId3">
              <a:alphaModFix/>
            </a:blip>
            <a:srcRect b="21658" l="18196" r="12520" t="49003"/>
            <a:stretch/>
          </p:blipFill>
          <p:spPr>
            <a:xfrm>
              <a:off x="2850962" y="4621965"/>
              <a:ext cx="5109084" cy="169439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0" name="Google Shape;240;p17"/>
            <p:cNvSpPr/>
            <p:nvPr/>
          </p:nvSpPr>
          <p:spPr>
            <a:xfrm>
              <a:off x="6329368" y="4635071"/>
              <a:ext cx="1024287" cy="469548"/>
            </a:xfrm>
            <a:prstGeom prst="rect">
              <a:avLst/>
            </a:prstGeom>
            <a:noFill/>
            <a:ln cap="flat" cmpd="sng" w="31750">
              <a:solidFill>
                <a:srgbClr val="7030A0">
                  <a:alpha val="34509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p17"/>
            <p:cNvSpPr/>
            <p:nvPr/>
          </p:nvSpPr>
          <p:spPr>
            <a:xfrm>
              <a:off x="3045630" y="6022944"/>
              <a:ext cx="178833" cy="18466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17"/>
            <p:cNvSpPr/>
            <p:nvPr/>
          </p:nvSpPr>
          <p:spPr>
            <a:xfrm>
              <a:off x="7388151" y="6097488"/>
              <a:ext cx="178833" cy="17669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p17"/>
            <p:cNvSpPr txBox="1"/>
            <p:nvPr/>
          </p:nvSpPr>
          <p:spPr>
            <a:xfrm>
              <a:off x="2619168" y="5990270"/>
              <a:ext cx="463500" cy="25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05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Birth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17"/>
            <p:cNvSpPr txBox="1"/>
            <p:nvPr/>
          </p:nvSpPr>
          <p:spPr>
            <a:xfrm>
              <a:off x="7566984" y="6097488"/>
              <a:ext cx="514885" cy="2539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05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Death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5" name="Google Shape;245;p17"/>
          <p:cNvSpPr/>
          <p:nvPr/>
        </p:nvSpPr>
        <p:spPr>
          <a:xfrm rot="10800000">
            <a:off x="6926216" y="4172921"/>
            <a:ext cx="1743300" cy="760800"/>
          </a:xfrm>
          <a:prstGeom prst="bentArrow">
            <a:avLst>
              <a:gd fmla="val 13474" name="adj1"/>
              <a:gd fmla="val 20191" name="adj2"/>
              <a:gd fmla="val 25000" name="adj3"/>
              <a:gd fmla="val 75000" name="adj4"/>
            </a:avLst>
          </a:prstGeom>
          <a:solidFill>
            <a:srgbClr val="D84315">
              <a:alpha val="4873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7"/>
          <p:cNvSpPr txBox="1"/>
          <p:nvPr/>
        </p:nvSpPr>
        <p:spPr>
          <a:xfrm>
            <a:off x="3179864" y="5889192"/>
            <a:ext cx="1953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Lifetime track</a:t>
            </a:r>
            <a:endParaRPr b="0" i="0" sz="18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7"/>
          <p:cNvSpPr txBox="1"/>
          <p:nvPr>
            <p:ph idx="4294967295" type="title"/>
          </p:nvPr>
        </p:nvSpPr>
        <p:spPr>
          <a:xfrm>
            <a:off x="415600" y="593375"/>
            <a:ext cx="56040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38823"/>
              <a:buNone/>
            </a:pPr>
            <a:r>
              <a:rPr lang="en-US" sz="2550"/>
              <a:t>From raw data to analytical track</a:t>
            </a:r>
            <a:endParaRPr sz="2550"/>
          </a:p>
        </p:txBody>
      </p:sp>
      <p:sp>
        <p:nvSpPr>
          <p:cNvPr id="248" name="Google Shape;248;p17"/>
          <p:cNvSpPr txBox="1"/>
          <p:nvPr/>
        </p:nvSpPr>
        <p:spPr>
          <a:xfrm>
            <a:off x="427896" y="1046397"/>
            <a:ext cx="861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D84315"/>
                </a:solidFill>
              </a:rPr>
              <a:t>The ecological meaning is highly scale-dependent</a:t>
            </a:r>
            <a:endParaRPr b="1" sz="1800">
              <a:solidFill>
                <a:srgbClr val="D84315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" name="Google Shape;254;p18"/>
          <p:cNvGrpSpPr/>
          <p:nvPr/>
        </p:nvGrpSpPr>
        <p:grpSpPr>
          <a:xfrm>
            <a:off x="1692322" y="2189535"/>
            <a:ext cx="3384766" cy="1415377"/>
            <a:chOff x="529270" y="1353701"/>
            <a:chExt cx="3568998" cy="1297313"/>
          </a:xfrm>
        </p:grpSpPr>
        <p:sp>
          <p:nvSpPr>
            <p:cNvPr id="255" name="Google Shape;255;p18"/>
            <p:cNvSpPr/>
            <p:nvPr/>
          </p:nvSpPr>
          <p:spPr>
            <a:xfrm>
              <a:off x="529270" y="2280599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18"/>
            <p:cNvSpPr/>
            <p:nvPr/>
          </p:nvSpPr>
          <p:spPr>
            <a:xfrm>
              <a:off x="852913" y="2099358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18"/>
            <p:cNvSpPr/>
            <p:nvPr/>
          </p:nvSpPr>
          <p:spPr>
            <a:xfrm>
              <a:off x="687208" y="2159012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18"/>
            <p:cNvSpPr/>
            <p:nvPr/>
          </p:nvSpPr>
          <p:spPr>
            <a:xfrm>
              <a:off x="588924" y="1877640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18"/>
            <p:cNvSpPr/>
            <p:nvPr/>
          </p:nvSpPr>
          <p:spPr>
            <a:xfrm>
              <a:off x="1179250" y="1789155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18"/>
            <p:cNvSpPr/>
            <p:nvPr/>
          </p:nvSpPr>
          <p:spPr>
            <a:xfrm>
              <a:off x="1298350" y="1937294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18"/>
            <p:cNvSpPr/>
            <p:nvPr/>
          </p:nvSpPr>
          <p:spPr>
            <a:xfrm>
              <a:off x="1189803" y="2159012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18"/>
            <p:cNvSpPr/>
            <p:nvPr/>
          </p:nvSpPr>
          <p:spPr>
            <a:xfrm>
              <a:off x="1021509" y="2340253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18"/>
            <p:cNvSpPr/>
            <p:nvPr/>
          </p:nvSpPr>
          <p:spPr>
            <a:xfrm>
              <a:off x="1093886" y="2069531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264;p18"/>
            <p:cNvSpPr/>
            <p:nvPr/>
          </p:nvSpPr>
          <p:spPr>
            <a:xfrm>
              <a:off x="1562522" y="2246002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265;p18"/>
            <p:cNvSpPr/>
            <p:nvPr/>
          </p:nvSpPr>
          <p:spPr>
            <a:xfrm>
              <a:off x="1875808" y="2375667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18"/>
            <p:cNvSpPr/>
            <p:nvPr/>
          </p:nvSpPr>
          <p:spPr>
            <a:xfrm>
              <a:off x="2240066" y="2129185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18"/>
            <p:cNvSpPr/>
            <p:nvPr/>
          </p:nvSpPr>
          <p:spPr>
            <a:xfrm>
              <a:off x="2269029" y="2390160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p18"/>
            <p:cNvSpPr/>
            <p:nvPr/>
          </p:nvSpPr>
          <p:spPr>
            <a:xfrm>
              <a:off x="2033520" y="1847813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18"/>
            <p:cNvSpPr/>
            <p:nvPr/>
          </p:nvSpPr>
          <p:spPr>
            <a:xfrm>
              <a:off x="1622176" y="1537115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" name="Google Shape;270;p18"/>
            <p:cNvSpPr/>
            <p:nvPr/>
          </p:nvSpPr>
          <p:spPr>
            <a:xfrm>
              <a:off x="2137416" y="1433642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271;p18"/>
            <p:cNvSpPr/>
            <p:nvPr/>
          </p:nvSpPr>
          <p:spPr>
            <a:xfrm>
              <a:off x="2244935" y="1353701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18"/>
            <p:cNvSpPr/>
            <p:nvPr/>
          </p:nvSpPr>
          <p:spPr>
            <a:xfrm>
              <a:off x="1935462" y="1383528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p18"/>
            <p:cNvSpPr/>
            <p:nvPr/>
          </p:nvSpPr>
          <p:spPr>
            <a:xfrm>
              <a:off x="2244935" y="1535975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18"/>
            <p:cNvSpPr/>
            <p:nvPr/>
          </p:nvSpPr>
          <p:spPr>
            <a:xfrm>
              <a:off x="2558222" y="1595629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18"/>
            <p:cNvSpPr/>
            <p:nvPr/>
          </p:nvSpPr>
          <p:spPr>
            <a:xfrm>
              <a:off x="2732108" y="1759328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276;p18"/>
            <p:cNvSpPr/>
            <p:nvPr/>
          </p:nvSpPr>
          <p:spPr>
            <a:xfrm>
              <a:off x="2732996" y="1937294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277;p18"/>
            <p:cNvSpPr/>
            <p:nvPr/>
          </p:nvSpPr>
          <p:spPr>
            <a:xfrm>
              <a:off x="2761934" y="2399907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18"/>
            <p:cNvSpPr/>
            <p:nvPr/>
          </p:nvSpPr>
          <p:spPr>
            <a:xfrm>
              <a:off x="2137416" y="2449814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" name="Google Shape;279;p18"/>
            <p:cNvSpPr/>
            <p:nvPr/>
          </p:nvSpPr>
          <p:spPr>
            <a:xfrm>
              <a:off x="1850851" y="2203494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" name="Google Shape;280;p18"/>
            <p:cNvSpPr/>
            <p:nvPr/>
          </p:nvSpPr>
          <p:spPr>
            <a:xfrm>
              <a:off x="1721681" y="2401541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" name="Google Shape;281;p18"/>
            <p:cNvSpPr/>
            <p:nvPr/>
          </p:nvSpPr>
          <p:spPr>
            <a:xfrm>
              <a:off x="2292907" y="2481340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" name="Google Shape;282;p18"/>
            <p:cNvSpPr/>
            <p:nvPr/>
          </p:nvSpPr>
          <p:spPr>
            <a:xfrm>
              <a:off x="2663336" y="2591360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" name="Google Shape;283;p18"/>
            <p:cNvSpPr/>
            <p:nvPr/>
          </p:nvSpPr>
          <p:spPr>
            <a:xfrm>
              <a:off x="3438439" y="2375667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p18"/>
            <p:cNvSpPr/>
            <p:nvPr/>
          </p:nvSpPr>
          <p:spPr>
            <a:xfrm>
              <a:off x="3549772" y="2488201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18"/>
            <p:cNvSpPr/>
            <p:nvPr/>
          </p:nvSpPr>
          <p:spPr>
            <a:xfrm>
              <a:off x="4038614" y="2280599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286;p18"/>
            <p:cNvSpPr/>
            <p:nvPr/>
          </p:nvSpPr>
          <p:spPr>
            <a:xfrm>
              <a:off x="559850" y="1377184"/>
              <a:ext cx="3506800" cy="1239950"/>
            </a:xfrm>
            <a:custGeom>
              <a:rect b="b" l="l" r="r" t="t"/>
              <a:pathLst>
                <a:path extrusionOk="0" h="1520516" w="4300292">
                  <a:moveTo>
                    <a:pt x="0" y="1144306"/>
                  </a:moveTo>
                  <a:lnTo>
                    <a:pt x="397111" y="914400"/>
                  </a:lnTo>
                  <a:lnTo>
                    <a:pt x="182880" y="987552"/>
                  </a:lnTo>
                  <a:lnTo>
                    <a:pt x="73152" y="658368"/>
                  </a:lnTo>
                  <a:lnTo>
                    <a:pt x="794221" y="548640"/>
                  </a:lnTo>
                  <a:lnTo>
                    <a:pt x="945751" y="721070"/>
                  </a:lnTo>
                  <a:lnTo>
                    <a:pt x="809897" y="987552"/>
                  </a:lnTo>
                  <a:lnTo>
                    <a:pt x="600891" y="1217458"/>
                  </a:lnTo>
                  <a:lnTo>
                    <a:pt x="684493" y="883049"/>
                  </a:lnTo>
                  <a:lnTo>
                    <a:pt x="1264484" y="1092055"/>
                  </a:lnTo>
                  <a:lnTo>
                    <a:pt x="1645920" y="1274935"/>
                  </a:lnTo>
                  <a:lnTo>
                    <a:pt x="2116183" y="950976"/>
                  </a:lnTo>
                  <a:lnTo>
                    <a:pt x="2126633" y="1280160"/>
                  </a:lnTo>
                  <a:lnTo>
                    <a:pt x="1828800" y="611342"/>
                  </a:lnTo>
                  <a:lnTo>
                    <a:pt x="1316736" y="250807"/>
                  </a:lnTo>
                  <a:lnTo>
                    <a:pt x="2110957" y="0"/>
                  </a:lnTo>
                  <a:lnTo>
                    <a:pt x="1724297" y="26126"/>
                  </a:lnTo>
                  <a:lnTo>
                    <a:pt x="1975104" y="99278"/>
                  </a:lnTo>
                  <a:lnTo>
                    <a:pt x="2110957" y="224681"/>
                  </a:lnTo>
                  <a:lnTo>
                    <a:pt x="2502843" y="303058"/>
                  </a:lnTo>
                  <a:lnTo>
                    <a:pt x="2690948" y="496388"/>
                  </a:lnTo>
                  <a:lnTo>
                    <a:pt x="2696173" y="736745"/>
                  </a:lnTo>
                  <a:lnTo>
                    <a:pt x="2748425" y="1306286"/>
                  </a:lnTo>
                  <a:lnTo>
                    <a:pt x="1964653" y="1348087"/>
                  </a:lnTo>
                  <a:lnTo>
                    <a:pt x="1630244" y="1039803"/>
                  </a:lnTo>
                  <a:lnTo>
                    <a:pt x="1447364" y="1301060"/>
                  </a:lnTo>
                  <a:lnTo>
                    <a:pt x="2173659" y="1395113"/>
                  </a:lnTo>
                  <a:lnTo>
                    <a:pt x="2623021" y="1520516"/>
                  </a:lnTo>
                  <a:lnTo>
                    <a:pt x="3720301" y="1416014"/>
                  </a:lnTo>
                  <a:lnTo>
                    <a:pt x="3579223" y="1264484"/>
                  </a:lnTo>
                  <a:lnTo>
                    <a:pt x="4300292" y="1149531"/>
                  </a:lnTo>
                </a:path>
              </a:pathLst>
            </a:custGeom>
            <a:noFill/>
            <a:ln cap="flat" cmpd="sng" w="127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7" name="Google Shape;287;p18"/>
          <p:cNvSpPr txBox="1"/>
          <p:nvPr/>
        </p:nvSpPr>
        <p:spPr>
          <a:xfrm>
            <a:off x="1345060" y="1428019"/>
            <a:ext cx="34908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TRAJECTORY/PATH-LEVEL METRICS</a:t>
            </a:r>
            <a:endParaRPr b="0" i="0" sz="1400" u="none" cap="none" strike="noStrik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8"/>
          <p:cNvSpPr txBox="1"/>
          <p:nvPr/>
        </p:nvSpPr>
        <p:spPr>
          <a:xfrm>
            <a:off x="1345060" y="3997096"/>
            <a:ext cx="2205604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Step length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Turn angle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Displacement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First passage time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Time to return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Straightness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8"/>
          <p:cNvSpPr txBox="1"/>
          <p:nvPr/>
        </p:nvSpPr>
        <p:spPr>
          <a:xfrm>
            <a:off x="3807255" y="4256289"/>
            <a:ext cx="300050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Turn angle correlation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Net-squared displacement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8"/>
          <p:cNvSpPr txBox="1"/>
          <p:nvPr/>
        </p:nvSpPr>
        <p:spPr>
          <a:xfrm>
            <a:off x="7733690" y="1428019"/>
            <a:ext cx="21126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SPACE-USE METRICS</a:t>
            </a:r>
            <a:endParaRPr b="0" i="0" sz="1400" u="none" cap="none" strike="noStrik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1" name="Google Shape;291;p18"/>
          <p:cNvGrpSpPr/>
          <p:nvPr/>
        </p:nvGrpSpPr>
        <p:grpSpPr>
          <a:xfrm>
            <a:off x="7285218" y="2183633"/>
            <a:ext cx="3384766" cy="1415377"/>
            <a:chOff x="529270" y="1353701"/>
            <a:chExt cx="3568998" cy="1297313"/>
          </a:xfrm>
        </p:grpSpPr>
        <p:sp>
          <p:nvSpPr>
            <p:cNvPr id="292" name="Google Shape;292;p18"/>
            <p:cNvSpPr/>
            <p:nvPr/>
          </p:nvSpPr>
          <p:spPr>
            <a:xfrm>
              <a:off x="529270" y="2280599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p18"/>
            <p:cNvSpPr/>
            <p:nvPr/>
          </p:nvSpPr>
          <p:spPr>
            <a:xfrm>
              <a:off x="852913" y="2099358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294;p18"/>
            <p:cNvSpPr/>
            <p:nvPr/>
          </p:nvSpPr>
          <p:spPr>
            <a:xfrm>
              <a:off x="687208" y="2159012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18"/>
            <p:cNvSpPr/>
            <p:nvPr/>
          </p:nvSpPr>
          <p:spPr>
            <a:xfrm>
              <a:off x="588924" y="1877640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Google Shape;296;p18"/>
            <p:cNvSpPr/>
            <p:nvPr/>
          </p:nvSpPr>
          <p:spPr>
            <a:xfrm>
              <a:off x="1179250" y="1789155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18"/>
            <p:cNvSpPr/>
            <p:nvPr/>
          </p:nvSpPr>
          <p:spPr>
            <a:xfrm>
              <a:off x="1298350" y="1937294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18"/>
            <p:cNvSpPr/>
            <p:nvPr/>
          </p:nvSpPr>
          <p:spPr>
            <a:xfrm>
              <a:off x="1189803" y="2159012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" name="Google Shape;299;p18"/>
            <p:cNvSpPr/>
            <p:nvPr/>
          </p:nvSpPr>
          <p:spPr>
            <a:xfrm>
              <a:off x="1021509" y="2340253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" name="Google Shape;300;p18"/>
            <p:cNvSpPr/>
            <p:nvPr/>
          </p:nvSpPr>
          <p:spPr>
            <a:xfrm>
              <a:off x="1093886" y="2069531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18"/>
            <p:cNvSpPr/>
            <p:nvPr/>
          </p:nvSpPr>
          <p:spPr>
            <a:xfrm>
              <a:off x="1562522" y="2246002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" name="Google Shape;302;p18"/>
            <p:cNvSpPr/>
            <p:nvPr/>
          </p:nvSpPr>
          <p:spPr>
            <a:xfrm>
              <a:off x="1875808" y="2375667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Google Shape;303;p18"/>
            <p:cNvSpPr/>
            <p:nvPr/>
          </p:nvSpPr>
          <p:spPr>
            <a:xfrm>
              <a:off x="2240066" y="2129185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" name="Google Shape;304;p18"/>
            <p:cNvSpPr/>
            <p:nvPr/>
          </p:nvSpPr>
          <p:spPr>
            <a:xfrm>
              <a:off x="2269029" y="2390160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305;p18"/>
            <p:cNvSpPr/>
            <p:nvPr/>
          </p:nvSpPr>
          <p:spPr>
            <a:xfrm>
              <a:off x="2033520" y="1847813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" name="Google Shape;306;p18"/>
            <p:cNvSpPr/>
            <p:nvPr/>
          </p:nvSpPr>
          <p:spPr>
            <a:xfrm>
              <a:off x="1622176" y="1537115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" name="Google Shape;307;p18"/>
            <p:cNvSpPr/>
            <p:nvPr/>
          </p:nvSpPr>
          <p:spPr>
            <a:xfrm>
              <a:off x="2137416" y="1433642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" name="Google Shape;308;p18"/>
            <p:cNvSpPr/>
            <p:nvPr/>
          </p:nvSpPr>
          <p:spPr>
            <a:xfrm>
              <a:off x="2244935" y="1353701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" name="Google Shape;309;p18"/>
            <p:cNvSpPr/>
            <p:nvPr/>
          </p:nvSpPr>
          <p:spPr>
            <a:xfrm>
              <a:off x="1935462" y="1383528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18"/>
            <p:cNvSpPr/>
            <p:nvPr/>
          </p:nvSpPr>
          <p:spPr>
            <a:xfrm>
              <a:off x="2244935" y="1535975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" name="Google Shape;311;p18"/>
            <p:cNvSpPr/>
            <p:nvPr/>
          </p:nvSpPr>
          <p:spPr>
            <a:xfrm>
              <a:off x="2558222" y="1595629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" name="Google Shape;312;p18"/>
            <p:cNvSpPr/>
            <p:nvPr/>
          </p:nvSpPr>
          <p:spPr>
            <a:xfrm>
              <a:off x="2732108" y="1759328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" name="Google Shape;313;p18"/>
            <p:cNvSpPr/>
            <p:nvPr/>
          </p:nvSpPr>
          <p:spPr>
            <a:xfrm>
              <a:off x="2732996" y="1937294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18"/>
            <p:cNvSpPr/>
            <p:nvPr/>
          </p:nvSpPr>
          <p:spPr>
            <a:xfrm>
              <a:off x="2761934" y="2399907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18"/>
            <p:cNvSpPr/>
            <p:nvPr/>
          </p:nvSpPr>
          <p:spPr>
            <a:xfrm>
              <a:off x="2137416" y="2449814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" name="Google Shape;316;p18"/>
            <p:cNvSpPr/>
            <p:nvPr/>
          </p:nvSpPr>
          <p:spPr>
            <a:xfrm>
              <a:off x="1850851" y="2203494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" name="Google Shape;317;p18"/>
            <p:cNvSpPr/>
            <p:nvPr/>
          </p:nvSpPr>
          <p:spPr>
            <a:xfrm>
              <a:off x="1721681" y="2401541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p18"/>
            <p:cNvSpPr/>
            <p:nvPr/>
          </p:nvSpPr>
          <p:spPr>
            <a:xfrm>
              <a:off x="2292907" y="2481340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18"/>
            <p:cNvSpPr/>
            <p:nvPr/>
          </p:nvSpPr>
          <p:spPr>
            <a:xfrm>
              <a:off x="2663336" y="2591360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" name="Google Shape;320;p18"/>
            <p:cNvSpPr/>
            <p:nvPr/>
          </p:nvSpPr>
          <p:spPr>
            <a:xfrm>
              <a:off x="3438439" y="2375667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" name="Google Shape;321;p18"/>
            <p:cNvSpPr/>
            <p:nvPr/>
          </p:nvSpPr>
          <p:spPr>
            <a:xfrm>
              <a:off x="3549772" y="2488201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322;p18"/>
            <p:cNvSpPr/>
            <p:nvPr/>
          </p:nvSpPr>
          <p:spPr>
            <a:xfrm>
              <a:off x="4038614" y="2280599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" name="Google Shape;323;p18"/>
            <p:cNvSpPr/>
            <p:nvPr/>
          </p:nvSpPr>
          <p:spPr>
            <a:xfrm>
              <a:off x="559850" y="1377184"/>
              <a:ext cx="3506800" cy="1239950"/>
            </a:xfrm>
            <a:custGeom>
              <a:rect b="b" l="l" r="r" t="t"/>
              <a:pathLst>
                <a:path extrusionOk="0" h="1520516" w="4300292">
                  <a:moveTo>
                    <a:pt x="0" y="1144306"/>
                  </a:moveTo>
                  <a:lnTo>
                    <a:pt x="397111" y="914400"/>
                  </a:lnTo>
                  <a:lnTo>
                    <a:pt x="182880" y="987552"/>
                  </a:lnTo>
                  <a:lnTo>
                    <a:pt x="73152" y="658368"/>
                  </a:lnTo>
                  <a:lnTo>
                    <a:pt x="794221" y="548640"/>
                  </a:lnTo>
                  <a:lnTo>
                    <a:pt x="945751" y="721070"/>
                  </a:lnTo>
                  <a:lnTo>
                    <a:pt x="809897" y="987552"/>
                  </a:lnTo>
                  <a:lnTo>
                    <a:pt x="600891" y="1217458"/>
                  </a:lnTo>
                  <a:lnTo>
                    <a:pt x="684493" y="883049"/>
                  </a:lnTo>
                  <a:lnTo>
                    <a:pt x="1264484" y="1092055"/>
                  </a:lnTo>
                  <a:lnTo>
                    <a:pt x="1645920" y="1274935"/>
                  </a:lnTo>
                  <a:lnTo>
                    <a:pt x="2116183" y="950976"/>
                  </a:lnTo>
                  <a:lnTo>
                    <a:pt x="2126633" y="1280160"/>
                  </a:lnTo>
                  <a:lnTo>
                    <a:pt x="1828800" y="611342"/>
                  </a:lnTo>
                  <a:lnTo>
                    <a:pt x="1316736" y="250807"/>
                  </a:lnTo>
                  <a:lnTo>
                    <a:pt x="2110957" y="0"/>
                  </a:lnTo>
                  <a:lnTo>
                    <a:pt x="1724297" y="26126"/>
                  </a:lnTo>
                  <a:lnTo>
                    <a:pt x="1975104" y="99278"/>
                  </a:lnTo>
                  <a:lnTo>
                    <a:pt x="2110957" y="224681"/>
                  </a:lnTo>
                  <a:lnTo>
                    <a:pt x="2502843" y="303058"/>
                  </a:lnTo>
                  <a:lnTo>
                    <a:pt x="2690948" y="496388"/>
                  </a:lnTo>
                  <a:lnTo>
                    <a:pt x="2696173" y="736745"/>
                  </a:lnTo>
                  <a:lnTo>
                    <a:pt x="2748425" y="1306286"/>
                  </a:lnTo>
                  <a:lnTo>
                    <a:pt x="1964653" y="1348087"/>
                  </a:lnTo>
                  <a:lnTo>
                    <a:pt x="1630244" y="1039803"/>
                  </a:lnTo>
                  <a:lnTo>
                    <a:pt x="1447364" y="1301060"/>
                  </a:lnTo>
                  <a:lnTo>
                    <a:pt x="2173659" y="1395113"/>
                  </a:lnTo>
                  <a:lnTo>
                    <a:pt x="2623021" y="1520516"/>
                  </a:lnTo>
                  <a:lnTo>
                    <a:pt x="3720301" y="1416014"/>
                  </a:lnTo>
                  <a:lnTo>
                    <a:pt x="3579223" y="1264484"/>
                  </a:lnTo>
                  <a:lnTo>
                    <a:pt x="4300292" y="1149531"/>
                  </a:lnTo>
                </a:path>
              </a:pathLst>
            </a:custGeom>
            <a:noFill/>
            <a:ln cap="flat" cmpd="sng" w="127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4" name="Google Shape;324;p18"/>
          <p:cNvSpPr/>
          <p:nvPr/>
        </p:nvSpPr>
        <p:spPr>
          <a:xfrm>
            <a:off x="7314219" y="2183632"/>
            <a:ext cx="3396862" cy="1423497"/>
          </a:xfrm>
          <a:custGeom>
            <a:rect b="b" l="l" r="r" t="t"/>
            <a:pathLst>
              <a:path extrusionOk="0" h="2625213" w="6666271">
                <a:moveTo>
                  <a:pt x="2674374" y="49162"/>
                </a:moveTo>
                <a:lnTo>
                  <a:pt x="137651" y="1101213"/>
                </a:lnTo>
                <a:lnTo>
                  <a:pt x="0" y="1986117"/>
                </a:lnTo>
                <a:lnTo>
                  <a:pt x="4080387" y="2625213"/>
                </a:lnTo>
                <a:lnTo>
                  <a:pt x="5742039" y="2418736"/>
                </a:lnTo>
                <a:lnTo>
                  <a:pt x="6666271" y="1956620"/>
                </a:lnTo>
                <a:lnTo>
                  <a:pt x="3274142" y="0"/>
                </a:lnTo>
                <a:lnTo>
                  <a:pt x="2674374" y="49162"/>
                </a:lnTo>
                <a:close/>
              </a:path>
            </a:pathLst>
          </a:custGeom>
          <a:solidFill>
            <a:srgbClr val="7030A0">
              <a:alpha val="4313"/>
            </a:srgbClr>
          </a:solidFill>
          <a:ln cap="flat" cmpd="sng" w="63500">
            <a:solidFill>
              <a:srgbClr val="D84315">
                <a:alpha val="40392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8"/>
          <p:cNvSpPr txBox="1"/>
          <p:nvPr/>
        </p:nvSpPr>
        <p:spPr>
          <a:xfrm>
            <a:off x="7679068" y="3974772"/>
            <a:ext cx="2375715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Range estimate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MCP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KDE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LoCoH</a:t>
            </a:r>
            <a:endParaRPr b="0" i="0" sz="18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dBBMM</a:t>
            </a:r>
            <a:endParaRPr b="0" i="0" sz="18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Area use intensity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Home range fidelity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8"/>
          <p:cNvSpPr txBox="1"/>
          <p:nvPr>
            <p:ph idx="4294967295" type="title"/>
          </p:nvPr>
        </p:nvSpPr>
        <p:spPr>
          <a:xfrm>
            <a:off x="415600" y="593375"/>
            <a:ext cx="72045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250"/>
              <a:t>Movement metrics as the first analytical step</a:t>
            </a:r>
            <a:endParaRPr sz="22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9"/>
          <p:cNvSpPr txBox="1"/>
          <p:nvPr/>
        </p:nvSpPr>
        <p:spPr>
          <a:xfrm>
            <a:off x="477881" y="1083718"/>
            <a:ext cx="1083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The frequency, gaps, and shifts of movement data affects the calculation and comparability of movement metrics.</a:t>
            </a:r>
            <a:endParaRPr b="0" i="0" sz="1400" u="none" cap="none" strike="noStrik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2" name="Google Shape;33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56450" y="1680975"/>
            <a:ext cx="6717675" cy="4687523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9"/>
          <p:cNvSpPr txBox="1"/>
          <p:nvPr/>
        </p:nvSpPr>
        <p:spPr>
          <a:xfrm>
            <a:off x="663675" y="6466825"/>
            <a:ext cx="11589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Nathan et al., 2022. Big</a:t>
            </a:r>
            <a:r>
              <a:rPr lang="en-US"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-data approaches lead to an increased understanding of the ecology of animal movement. </a:t>
            </a:r>
            <a:r>
              <a:rPr b="0" i="1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Science</a:t>
            </a:r>
            <a:r>
              <a:rPr b="0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b="0" i="0" sz="15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9"/>
          <p:cNvSpPr txBox="1"/>
          <p:nvPr>
            <p:ph idx="4294967295" type="title"/>
          </p:nvPr>
        </p:nvSpPr>
        <p:spPr>
          <a:xfrm>
            <a:off x="415600" y="593375"/>
            <a:ext cx="105351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250"/>
              <a:t>Always think about scale - does your data match your question?</a:t>
            </a:r>
            <a:endParaRPr sz="22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" name="Google Shape;33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2576" y="1509275"/>
            <a:ext cx="6281320" cy="482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20"/>
          <p:cNvSpPr txBox="1"/>
          <p:nvPr/>
        </p:nvSpPr>
        <p:spPr>
          <a:xfrm>
            <a:off x="1327350" y="6488675"/>
            <a:ext cx="10864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Abrahms</a:t>
            </a:r>
            <a:r>
              <a:rPr b="0" i="1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et al.,</a:t>
            </a:r>
            <a:r>
              <a:rPr b="0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2017. </a:t>
            </a:r>
            <a:r>
              <a:rPr lang="en-US"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Suite of simple metrics reveals common movement syndromes across vertebrate taxa.</a:t>
            </a:r>
            <a:r>
              <a:rPr b="0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Movement Ecology. </a:t>
            </a:r>
            <a:endParaRPr b="0" sz="15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0"/>
          <p:cNvSpPr txBox="1"/>
          <p:nvPr>
            <p:ph idx="4294967295" type="title"/>
          </p:nvPr>
        </p:nvSpPr>
        <p:spPr>
          <a:xfrm>
            <a:off x="415600" y="593375"/>
            <a:ext cx="105351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250"/>
              <a:t>Movement metrics </a:t>
            </a:r>
            <a:r>
              <a:rPr lang="en-US" sz="2250"/>
              <a:t>underlie</a:t>
            </a:r>
            <a:r>
              <a:rPr lang="en-US" sz="2250"/>
              <a:t> behaviors (case 1)</a:t>
            </a:r>
            <a:endParaRPr sz="2250"/>
          </a:p>
        </p:txBody>
      </p:sp>
      <p:pic>
        <p:nvPicPr>
          <p:cNvPr id="342" name="Google Shape;34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72911" y="1509275"/>
            <a:ext cx="4538342" cy="482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20"/>
          <p:cNvSpPr txBox="1"/>
          <p:nvPr/>
        </p:nvSpPr>
        <p:spPr>
          <a:xfrm>
            <a:off x="477881" y="1083718"/>
            <a:ext cx="1083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clustering of movement metrics</a:t>
            </a:r>
            <a:endParaRPr b="0" i="0" sz="1400" u="none" cap="none" strike="noStrik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1"/>
          <p:cNvSpPr txBox="1"/>
          <p:nvPr/>
        </p:nvSpPr>
        <p:spPr>
          <a:xfrm>
            <a:off x="1327350" y="6488675"/>
            <a:ext cx="10864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Abrahms</a:t>
            </a:r>
            <a:r>
              <a:rPr b="0" i="1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et al.,</a:t>
            </a:r>
            <a:r>
              <a:rPr b="0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2017. </a:t>
            </a:r>
            <a:r>
              <a:rPr lang="en-US"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Suite of simple metrics reveals common movement syndromes across vertebrate taxa.</a:t>
            </a:r>
            <a:r>
              <a:rPr b="0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Movement Ecology. </a:t>
            </a:r>
            <a:endParaRPr b="0" sz="15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1"/>
          <p:cNvSpPr txBox="1"/>
          <p:nvPr>
            <p:ph idx="4294967295" type="title"/>
          </p:nvPr>
        </p:nvSpPr>
        <p:spPr>
          <a:xfrm>
            <a:off x="415600" y="593375"/>
            <a:ext cx="105351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250"/>
              <a:t>Movement metrics underlie behaviors (case 1)</a:t>
            </a:r>
            <a:endParaRPr sz="2250"/>
          </a:p>
        </p:txBody>
      </p:sp>
      <p:pic>
        <p:nvPicPr>
          <p:cNvPr id="350" name="Google Shape;35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72911" y="1509275"/>
            <a:ext cx="4538342" cy="482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21"/>
          <p:cNvPicPr preferRelativeResize="0"/>
          <p:nvPr/>
        </p:nvPicPr>
        <p:blipFill rotWithShape="1">
          <a:blip r:embed="rId4">
            <a:alphaModFix/>
          </a:blip>
          <a:srcRect b="0" l="0" r="0" t="34271"/>
          <a:stretch/>
        </p:blipFill>
        <p:spPr>
          <a:xfrm>
            <a:off x="2680162" y="1509275"/>
            <a:ext cx="3928888" cy="4799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21"/>
          <p:cNvPicPr preferRelativeResize="0"/>
          <p:nvPr/>
        </p:nvPicPr>
        <p:blipFill rotWithShape="1">
          <a:blip r:embed="rId4">
            <a:alphaModFix/>
          </a:blip>
          <a:srcRect b="64626" l="8611" r="19806" t="0"/>
          <a:stretch/>
        </p:blipFill>
        <p:spPr>
          <a:xfrm>
            <a:off x="73750" y="3834157"/>
            <a:ext cx="2342550" cy="2151243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21"/>
          <p:cNvSpPr txBox="1"/>
          <p:nvPr/>
        </p:nvSpPr>
        <p:spPr>
          <a:xfrm>
            <a:off x="477881" y="1083718"/>
            <a:ext cx="1083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clustering of movement metrics</a:t>
            </a:r>
            <a:endParaRPr b="0" i="0" sz="1400" u="none" cap="none" strike="noStrik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JI phantom 4" id="358" name="Google Shape;358;p22" title="pronghorn trace and cross fence in wyoming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" y="4"/>
            <a:ext cx="12192000" cy="68579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3"/>
          <p:cNvSpPr txBox="1"/>
          <p:nvPr>
            <p:ph idx="4294967295" type="title"/>
          </p:nvPr>
        </p:nvSpPr>
        <p:spPr>
          <a:xfrm>
            <a:off x="415600" y="593375"/>
            <a:ext cx="105351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250"/>
              <a:t>Movement metrics underlie behaviors (case 2)</a:t>
            </a:r>
            <a:endParaRPr sz="2250"/>
          </a:p>
        </p:txBody>
      </p:sp>
      <p:pic>
        <p:nvPicPr>
          <p:cNvPr id="365" name="Google Shape;365;p23"/>
          <p:cNvPicPr preferRelativeResize="0"/>
          <p:nvPr/>
        </p:nvPicPr>
        <p:blipFill rotWithShape="1">
          <a:blip r:embed="rId3">
            <a:alphaModFix/>
          </a:blip>
          <a:srcRect b="0" l="0" r="0" t="12157"/>
          <a:stretch/>
        </p:blipFill>
        <p:spPr>
          <a:xfrm>
            <a:off x="930375" y="1692275"/>
            <a:ext cx="10331250" cy="4582125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23"/>
          <p:cNvSpPr txBox="1"/>
          <p:nvPr/>
        </p:nvSpPr>
        <p:spPr>
          <a:xfrm>
            <a:off x="4916150" y="6366400"/>
            <a:ext cx="7202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Xu, Dejid, Herrmann, Sawyer, and Middleton. (2021). Journal of Applied Ecology.</a:t>
            </a:r>
            <a:endParaRPr sz="1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3"/>
          <p:cNvSpPr txBox="1"/>
          <p:nvPr/>
        </p:nvSpPr>
        <p:spPr>
          <a:xfrm>
            <a:off x="477881" y="1083718"/>
            <a:ext cx="1083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Barrier Behavior Analysis</a:t>
            </a:r>
            <a:endParaRPr b="0" i="0" sz="1400" u="none" cap="none" strike="noStrik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4"/>
          <p:cNvSpPr txBox="1"/>
          <p:nvPr>
            <p:ph idx="4294967295" type="title"/>
          </p:nvPr>
        </p:nvSpPr>
        <p:spPr>
          <a:xfrm>
            <a:off x="415600" y="593375"/>
            <a:ext cx="105351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250"/>
              <a:t>From m</a:t>
            </a:r>
            <a:r>
              <a:rPr lang="en-US" sz="2250"/>
              <a:t>ovement metrics to movement traits</a:t>
            </a:r>
            <a:endParaRPr sz="2250"/>
          </a:p>
        </p:txBody>
      </p:sp>
      <p:sp>
        <p:nvSpPr>
          <p:cNvPr id="373" name="Google Shape;373;p24"/>
          <p:cNvSpPr txBox="1"/>
          <p:nvPr/>
        </p:nvSpPr>
        <p:spPr>
          <a:xfrm>
            <a:off x="477875" y="1083725"/>
            <a:ext cx="10288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Standardized and comparable</a:t>
            </a:r>
            <a:r>
              <a:rPr lang="en-US" sz="1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 movement metrics to facilitate trait-based research on </a:t>
            </a:r>
            <a:r>
              <a:rPr lang="en-US" sz="1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species</a:t>
            </a:r>
            <a:r>
              <a:rPr lang="en-US" sz="1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 interactions, community structure, and ecosystem functioning, and to support conservation and policy goals.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4" name="Google Shape;374;p24"/>
          <p:cNvPicPr preferRelativeResize="0"/>
          <p:nvPr/>
        </p:nvPicPr>
        <p:blipFill rotWithShape="1">
          <a:blip r:embed="rId3">
            <a:alphaModFix/>
          </a:blip>
          <a:srcRect b="8667" l="34045" r="0" t="0"/>
          <a:stretch/>
        </p:blipFill>
        <p:spPr>
          <a:xfrm>
            <a:off x="252475" y="1982988"/>
            <a:ext cx="7011523" cy="3991787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24"/>
          <p:cNvSpPr txBox="1"/>
          <p:nvPr/>
        </p:nvSpPr>
        <p:spPr>
          <a:xfrm>
            <a:off x="2886600" y="6227525"/>
            <a:ext cx="91332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Beumer, Hertel, et. al., MoveTraits – A database for integrating animal behaviour into trait-based ecology. </a:t>
            </a:r>
            <a:r>
              <a:rPr i="1" lang="en-US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In review.</a:t>
            </a:r>
            <a:endParaRPr i="1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76" name="Google Shape;376;p24"/>
          <p:cNvSpPr txBox="1"/>
          <p:nvPr/>
        </p:nvSpPr>
        <p:spPr>
          <a:xfrm>
            <a:off x="5732225" y="6417725"/>
            <a:ext cx="6329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https://www.movebank.org/cms/movebank-content/movetraits</a:t>
            </a:r>
            <a:endParaRPr sz="1200"/>
          </a:p>
        </p:txBody>
      </p:sp>
      <p:pic>
        <p:nvPicPr>
          <p:cNvPr id="377" name="Google Shape;377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62036" y="2222824"/>
            <a:ext cx="4717789" cy="35121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5"/>
          <p:cNvSpPr txBox="1"/>
          <p:nvPr>
            <p:ph type="title"/>
          </p:nvPr>
        </p:nvSpPr>
        <p:spPr>
          <a:xfrm>
            <a:off x="415600" y="1557233"/>
            <a:ext cx="11360700" cy="26400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FF5722"/>
                </a:solidFill>
              </a:rPr>
              <a:t>Questions?</a:t>
            </a:r>
            <a:endParaRPr sz="6000">
              <a:solidFill>
                <a:srgbClr val="FF572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8" name="Google Shape;388;p26"/>
          <p:cNvGrpSpPr/>
          <p:nvPr/>
        </p:nvGrpSpPr>
        <p:grpSpPr>
          <a:xfrm>
            <a:off x="529270" y="1353701"/>
            <a:ext cx="3568998" cy="1297313"/>
            <a:chOff x="529270" y="1353701"/>
            <a:chExt cx="3568998" cy="1297313"/>
          </a:xfrm>
        </p:grpSpPr>
        <p:sp>
          <p:nvSpPr>
            <p:cNvPr id="389" name="Google Shape;389;p26"/>
            <p:cNvSpPr/>
            <p:nvPr/>
          </p:nvSpPr>
          <p:spPr>
            <a:xfrm>
              <a:off x="529270" y="2280599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Google Shape;390;p26"/>
            <p:cNvSpPr/>
            <p:nvPr/>
          </p:nvSpPr>
          <p:spPr>
            <a:xfrm>
              <a:off x="852913" y="2099358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" name="Google Shape;391;p26"/>
            <p:cNvSpPr/>
            <p:nvPr/>
          </p:nvSpPr>
          <p:spPr>
            <a:xfrm>
              <a:off x="687208" y="2159012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Google Shape;392;p26"/>
            <p:cNvSpPr/>
            <p:nvPr/>
          </p:nvSpPr>
          <p:spPr>
            <a:xfrm>
              <a:off x="588924" y="1877640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" name="Google Shape;393;p26"/>
            <p:cNvSpPr/>
            <p:nvPr/>
          </p:nvSpPr>
          <p:spPr>
            <a:xfrm>
              <a:off x="1179250" y="1789155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" name="Google Shape;394;p26"/>
            <p:cNvSpPr/>
            <p:nvPr/>
          </p:nvSpPr>
          <p:spPr>
            <a:xfrm>
              <a:off x="1298350" y="1937294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" name="Google Shape;395;p26"/>
            <p:cNvSpPr/>
            <p:nvPr/>
          </p:nvSpPr>
          <p:spPr>
            <a:xfrm>
              <a:off x="1189803" y="2159012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" name="Google Shape;396;p26"/>
            <p:cNvSpPr/>
            <p:nvPr/>
          </p:nvSpPr>
          <p:spPr>
            <a:xfrm>
              <a:off x="1021509" y="2340253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" name="Google Shape;397;p26"/>
            <p:cNvSpPr/>
            <p:nvPr/>
          </p:nvSpPr>
          <p:spPr>
            <a:xfrm>
              <a:off x="1093886" y="2069531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" name="Google Shape;398;p26"/>
            <p:cNvSpPr/>
            <p:nvPr/>
          </p:nvSpPr>
          <p:spPr>
            <a:xfrm>
              <a:off x="1562522" y="2246002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" name="Google Shape;399;p26"/>
            <p:cNvSpPr/>
            <p:nvPr/>
          </p:nvSpPr>
          <p:spPr>
            <a:xfrm>
              <a:off x="1875808" y="2375667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p26"/>
            <p:cNvSpPr/>
            <p:nvPr/>
          </p:nvSpPr>
          <p:spPr>
            <a:xfrm>
              <a:off x="2240066" y="2129185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" name="Google Shape;401;p26"/>
            <p:cNvSpPr/>
            <p:nvPr/>
          </p:nvSpPr>
          <p:spPr>
            <a:xfrm>
              <a:off x="2269029" y="2390160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" name="Google Shape;402;p26"/>
            <p:cNvSpPr/>
            <p:nvPr/>
          </p:nvSpPr>
          <p:spPr>
            <a:xfrm>
              <a:off x="2033520" y="1847813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" name="Google Shape;403;p26"/>
            <p:cNvSpPr/>
            <p:nvPr/>
          </p:nvSpPr>
          <p:spPr>
            <a:xfrm>
              <a:off x="1622176" y="1537115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26"/>
            <p:cNvSpPr/>
            <p:nvPr/>
          </p:nvSpPr>
          <p:spPr>
            <a:xfrm>
              <a:off x="2137416" y="1433642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" name="Google Shape;405;p26"/>
            <p:cNvSpPr/>
            <p:nvPr/>
          </p:nvSpPr>
          <p:spPr>
            <a:xfrm>
              <a:off x="2244935" y="1353701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" name="Google Shape;406;p26"/>
            <p:cNvSpPr/>
            <p:nvPr/>
          </p:nvSpPr>
          <p:spPr>
            <a:xfrm>
              <a:off x="1935462" y="1383528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" name="Google Shape;407;p26"/>
            <p:cNvSpPr/>
            <p:nvPr/>
          </p:nvSpPr>
          <p:spPr>
            <a:xfrm>
              <a:off x="2244935" y="1535975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" name="Google Shape;408;p26"/>
            <p:cNvSpPr/>
            <p:nvPr/>
          </p:nvSpPr>
          <p:spPr>
            <a:xfrm>
              <a:off x="2558222" y="1595629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" name="Google Shape;409;p26"/>
            <p:cNvSpPr/>
            <p:nvPr/>
          </p:nvSpPr>
          <p:spPr>
            <a:xfrm>
              <a:off x="2732108" y="1759328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" name="Google Shape;410;p26"/>
            <p:cNvSpPr/>
            <p:nvPr/>
          </p:nvSpPr>
          <p:spPr>
            <a:xfrm>
              <a:off x="2732996" y="1937294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26"/>
            <p:cNvSpPr/>
            <p:nvPr/>
          </p:nvSpPr>
          <p:spPr>
            <a:xfrm>
              <a:off x="2761934" y="2399907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p26"/>
            <p:cNvSpPr/>
            <p:nvPr/>
          </p:nvSpPr>
          <p:spPr>
            <a:xfrm>
              <a:off x="2137416" y="2449814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p26"/>
            <p:cNvSpPr/>
            <p:nvPr/>
          </p:nvSpPr>
          <p:spPr>
            <a:xfrm>
              <a:off x="1850851" y="2203494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" name="Google Shape;414;p26"/>
            <p:cNvSpPr/>
            <p:nvPr/>
          </p:nvSpPr>
          <p:spPr>
            <a:xfrm>
              <a:off x="1721681" y="2401541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" name="Google Shape;415;p26"/>
            <p:cNvSpPr/>
            <p:nvPr/>
          </p:nvSpPr>
          <p:spPr>
            <a:xfrm>
              <a:off x="2292907" y="2481340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416;p26"/>
            <p:cNvSpPr/>
            <p:nvPr/>
          </p:nvSpPr>
          <p:spPr>
            <a:xfrm>
              <a:off x="2663336" y="2591360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" name="Google Shape;417;p26"/>
            <p:cNvSpPr/>
            <p:nvPr/>
          </p:nvSpPr>
          <p:spPr>
            <a:xfrm>
              <a:off x="3438439" y="2375667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" name="Google Shape;418;p26"/>
            <p:cNvSpPr/>
            <p:nvPr/>
          </p:nvSpPr>
          <p:spPr>
            <a:xfrm>
              <a:off x="3549772" y="2488201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" name="Google Shape;419;p26"/>
            <p:cNvSpPr/>
            <p:nvPr/>
          </p:nvSpPr>
          <p:spPr>
            <a:xfrm>
              <a:off x="4038614" y="2280599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" name="Google Shape;420;p26"/>
            <p:cNvSpPr/>
            <p:nvPr/>
          </p:nvSpPr>
          <p:spPr>
            <a:xfrm>
              <a:off x="559850" y="1377184"/>
              <a:ext cx="3506800" cy="1239950"/>
            </a:xfrm>
            <a:custGeom>
              <a:rect b="b" l="l" r="r" t="t"/>
              <a:pathLst>
                <a:path extrusionOk="0" h="1520516" w="4300292">
                  <a:moveTo>
                    <a:pt x="0" y="1144306"/>
                  </a:moveTo>
                  <a:lnTo>
                    <a:pt x="397111" y="914400"/>
                  </a:lnTo>
                  <a:lnTo>
                    <a:pt x="182880" y="987552"/>
                  </a:lnTo>
                  <a:lnTo>
                    <a:pt x="73152" y="658368"/>
                  </a:lnTo>
                  <a:lnTo>
                    <a:pt x="794221" y="548640"/>
                  </a:lnTo>
                  <a:lnTo>
                    <a:pt x="945751" y="721070"/>
                  </a:lnTo>
                  <a:lnTo>
                    <a:pt x="809897" y="987552"/>
                  </a:lnTo>
                  <a:lnTo>
                    <a:pt x="600891" y="1217458"/>
                  </a:lnTo>
                  <a:lnTo>
                    <a:pt x="684493" y="883049"/>
                  </a:lnTo>
                  <a:lnTo>
                    <a:pt x="1264484" y="1092055"/>
                  </a:lnTo>
                  <a:lnTo>
                    <a:pt x="1645920" y="1274935"/>
                  </a:lnTo>
                  <a:lnTo>
                    <a:pt x="2116183" y="950976"/>
                  </a:lnTo>
                  <a:lnTo>
                    <a:pt x="2126633" y="1280160"/>
                  </a:lnTo>
                  <a:lnTo>
                    <a:pt x="1828800" y="611342"/>
                  </a:lnTo>
                  <a:lnTo>
                    <a:pt x="1316736" y="250807"/>
                  </a:lnTo>
                  <a:lnTo>
                    <a:pt x="2110957" y="0"/>
                  </a:lnTo>
                  <a:lnTo>
                    <a:pt x="1724297" y="26126"/>
                  </a:lnTo>
                  <a:lnTo>
                    <a:pt x="1975104" y="99278"/>
                  </a:lnTo>
                  <a:lnTo>
                    <a:pt x="2110957" y="224681"/>
                  </a:lnTo>
                  <a:lnTo>
                    <a:pt x="2502843" y="303058"/>
                  </a:lnTo>
                  <a:lnTo>
                    <a:pt x="2690948" y="496388"/>
                  </a:lnTo>
                  <a:lnTo>
                    <a:pt x="2696173" y="736745"/>
                  </a:lnTo>
                  <a:lnTo>
                    <a:pt x="2748425" y="1306286"/>
                  </a:lnTo>
                  <a:lnTo>
                    <a:pt x="1964653" y="1348087"/>
                  </a:lnTo>
                  <a:lnTo>
                    <a:pt x="1630244" y="1039803"/>
                  </a:lnTo>
                  <a:lnTo>
                    <a:pt x="1447364" y="1301060"/>
                  </a:lnTo>
                  <a:lnTo>
                    <a:pt x="2173659" y="1395113"/>
                  </a:lnTo>
                  <a:lnTo>
                    <a:pt x="2623021" y="1520516"/>
                  </a:lnTo>
                  <a:lnTo>
                    <a:pt x="3720301" y="1416014"/>
                  </a:lnTo>
                  <a:lnTo>
                    <a:pt x="3579223" y="1264484"/>
                  </a:lnTo>
                  <a:lnTo>
                    <a:pt x="4300292" y="1149531"/>
                  </a:lnTo>
                </a:path>
              </a:pathLst>
            </a:custGeom>
            <a:noFill/>
            <a:ln cap="flat" cmpd="sng" w="127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1" name="Google Shape;421;p26"/>
          <p:cNvSpPr txBox="1"/>
          <p:nvPr/>
        </p:nvSpPr>
        <p:spPr>
          <a:xfrm>
            <a:off x="0" y="391180"/>
            <a:ext cx="12192000" cy="523220"/>
          </a:xfrm>
          <a:prstGeom prst="rect">
            <a:avLst/>
          </a:prstGeom>
          <a:solidFill>
            <a:srgbClr val="F7CAA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How to analyze animal movement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26"/>
          <p:cNvSpPr/>
          <p:nvPr/>
        </p:nvSpPr>
        <p:spPr>
          <a:xfrm rot="-937747">
            <a:off x="2462961" y="2294644"/>
            <a:ext cx="1832908" cy="388299"/>
          </a:xfrm>
          <a:prstGeom prst="ellipse">
            <a:avLst/>
          </a:prstGeom>
          <a:noFill/>
          <a:ln cap="flat" cmpd="sng" w="41275">
            <a:solidFill>
              <a:srgbClr val="7F7F7F">
                <a:alpha val="33333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6"/>
          <p:cNvSpPr txBox="1"/>
          <p:nvPr/>
        </p:nvSpPr>
        <p:spPr>
          <a:xfrm>
            <a:off x="6043618" y="3467337"/>
            <a:ext cx="60967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θ</a:t>
            </a:r>
            <a:r>
              <a:rPr b="0" baseline="-25000" i="0" lang="en-US" sz="18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8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6"/>
          <p:cNvSpPr txBox="1"/>
          <p:nvPr/>
        </p:nvSpPr>
        <p:spPr>
          <a:xfrm>
            <a:off x="2015769" y="4710904"/>
            <a:ext cx="3626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26"/>
          <p:cNvSpPr txBox="1"/>
          <p:nvPr/>
        </p:nvSpPr>
        <p:spPr>
          <a:xfrm>
            <a:off x="6718523" y="4738667"/>
            <a:ext cx="35137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26"/>
          <p:cNvSpPr txBox="1"/>
          <p:nvPr/>
        </p:nvSpPr>
        <p:spPr>
          <a:xfrm rot="-440386">
            <a:off x="4040466" y="5169059"/>
            <a:ext cx="14152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step length l</a:t>
            </a:r>
            <a:r>
              <a:rPr b="0" baseline="-25000" i="0" lang="en-US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7" name="Google Shape;427;p26"/>
          <p:cNvCxnSpPr/>
          <p:nvPr/>
        </p:nvCxnSpPr>
        <p:spPr>
          <a:xfrm flipH="1" rot="10800000">
            <a:off x="5417551" y="5123161"/>
            <a:ext cx="1175525" cy="154343"/>
          </a:xfrm>
          <a:prstGeom prst="straightConnector1">
            <a:avLst/>
          </a:prstGeom>
          <a:noFill/>
          <a:ln cap="flat" cmpd="sng" w="15875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28" name="Google Shape;428;p26"/>
          <p:cNvCxnSpPr/>
          <p:nvPr/>
        </p:nvCxnSpPr>
        <p:spPr>
          <a:xfrm flipH="1">
            <a:off x="2588049" y="5472475"/>
            <a:ext cx="1478601" cy="173751"/>
          </a:xfrm>
          <a:prstGeom prst="straightConnector1">
            <a:avLst/>
          </a:prstGeom>
          <a:noFill/>
          <a:ln cap="flat" cmpd="sng" w="15875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29" name="Google Shape;429;p26"/>
          <p:cNvCxnSpPr/>
          <p:nvPr/>
        </p:nvCxnSpPr>
        <p:spPr>
          <a:xfrm flipH="1" rot="10800000">
            <a:off x="6667887" y="4486033"/>
            <a:ext cx="2783195" cy="298136"/>
          </a:xfrm>
          <a:prstGeom prst="straightConnector1">
            <a:avLst/>
          </a:prstGeom>
          <a:noFill/>
          <a:ln cap="flat" cmpd="sng" w="15875">
            <a:solidFill>
              <a:schemeClr val="accent6"/>
            </a:solidFill>
            <a:prstDash val="dash"/>
            <a:miter lim="800000"/>
            <a:headEnd len="sm" w="sm" type="none"/>
            <a:tailEnd len="med" w="med" type="triangle"/>
          </a:ln>
        </p:spPr>
      </p:cxnSp>
      <p:cxnSp>
        <p:nvCxnSpPr>
          <p:cNvPr id="430" name="Google Shape;430;p26"/>
          <p:cNvCxnSpPr/>
          <p:nvPr/>
        </p:nvCxnSpPr>
        <p:spPr>
          <a:xfrm rot="10800000">
            <a:off x="4897680" y="3009924"/>
            <a:ext cx="1730606" cy="1754837"/>
          </a:xfrm>
          <a:prstGeom prst="straightConnector1">
            <a:avLst/>
          </a:prstGeom>
          <a:noFill/>
          <a:ln cap="flat" cmpd="sng" w="15875">
            <a:solidFill>
              <a:schemeClr val="accent6"/>
            </a:solidFill>
            <a:prstDash val="dash"/>
            <a:miter lim="800000"/>
            <a:headEnd len="sm" w="sm" type="none"/>
            <a:tailEnd len="med" w="med" type="triangle"/>
          </a:ln>
        </p:spPr>
      </p:cxnSp>
      <p:sp>
        <p:nvSpPr>
          <p:cNvPr id="431" name="Google Shape;431;p26"/>
          <p:cNvSpPr txBox="1"/>
          <p:nvPr/>
        </p:nvSpPr>
        <p:spPr>
          <a:xfrm>
            <a:off x="6828950" y="4183541"/>
            <a:ext cx="25519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Turning angle*  θ</a:t>
            </a:r>
            <a:r>
              <a:rPr b="0" baseline="-25000" i="0" lang="en-US" sz="18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18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6"/>
          <p:cNvSpPr txBox="1"/>
          <p:nvPr/>
        </p:nvSpPr>
        <p:spPr>
          <a:xfrm>
            <a:off x="6004973" y="4428792"/>
            <a:ext cx="98564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baseline="-25000" i="0" lang="en-US" sz="24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6"/>
          <p:cNvSpPr txBox="1"/>
          <p:nvPr/>
        </p:nvSpPr>
        <p:spPr>
          <a:xfrm>
            <a:off x="7335230" y="3549784"/>
            <a:ext cx="114336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baseline="-25000" i="0" lang="en-US" sz="24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6"/>
          <p:cNvSpPr/>
          <p:nvPr/>
        </p:nvSpPr>
        <p:spPr>
          <a:xfrm rot="-1286486">
            <a:off x="6196860" y="4487211"/>
            <a:ext cx="769384" cy="672955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222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6"/>
          <p:cNvSpPr/>
          <p:nvPr/>
        </p:nvSpPr>
        <p:spPr>
          <a:xfrm rot="-1312856">
            <a:off x="5649869" y="3915544"/>
            <a:ext cx="769384" cy="672955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222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6" name="Google Shape;436;p26"/>
          <p:cNvCxnSpPr/>
          <p:nvPr/>
        </p:nvCxnSpPr>
        <p:spPr>
          <a:xfrm flipH="1" rot="10800000">
            <a:off x="6188158" y="3668484"/>
            <a:ext cx="3797632" cy="582701"/>
          </a:xfrm>
          <a:prstGeom prst="straightConnector1">
            <a:avLst/>
          </a:prstGeom>
          <a:noFill/>
          <a:ln cap="flat" cmpd="sng" w="15875">
            <a:solidFill>
              <a:schemeClr val="accent6"/>
            </a:solidFill>
            <a:prstDash val="dash"/>
            <a:miter lim="800000"/>
            <a:headEnd len="sm" w="sm" type="none"/>
            <a:tailEnd len="med" w="med" type="triangle"/>
          </a:ln>
        </p:spPr>
      </p:cxnSp>
      <p:sp>
        <p:nvSpPr>
          <p:cNvPr id="437" name="Google Shape;437;p26"/>
          <p:cNvSpPr txBox="1"/>
          <p:nvPr/>
        </p:nvSpPr>
        <p:spPr>
          <a:xfrm>
            <a:off x="5599666" y="3914672"/>
            <a:ext cx="35137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26"/>
          <p:cNvSpPr txBox="1"/>
          <p:nvPr/>
        </p:nvSpPr>
        <p:spPr>
          <a:xfrm>
            <a:off x="8705123" y="3203806"/>
            <a:ext cx="37382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26"/>
          <p:cNvSpPr txBox="1"/>
          <p:nvPr/>
        </p:nvSpPr>
        <p:spPr>
          <a:xfrm>
            <a:off x="8478591" y="5263657"/>
            <a:ext cx="2844177" cy="369332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Turning angle: </a:t>
            </a:r>
            <a:r>
              <a:rPr b="0" i="1" lang="en-US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relative angle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0" name="Google Shape;440;p26"/>
          <p:cNvGrpSpPr/>
          <p:nvPr/>
        </p:nvGrpSpPr>
        <p:grpSpPr>
          <a:xfrm>
            <a:off x="2362780" y="3667858"/>
            <a:ext cx="6800405" cy="1777567"/>
            <a:chOff x="2436915" y="3705884"/>
            <a:chExt cx="6635520" cy="1712901"/>
          </a:xfrm>
        </p:grpSpPr>
        <p:grpSp>
          <p:nvGrpSpPr>
            <p:cNvPr id="441" name="Google Shape;441;p26"/>
            <p:cNvGrpSpPr/>
            <p:nvPr/>
          </p:nvGrpSpPr>
          <p:grpSpPr>
            <a:xfrm>
              <a:off x="2436915" y="3705884"/>
              <a:ext cx="6635520" cy="1712901"/>
              <a:chOff x="2815736" y="2432999"/>
              <a:chExt cx="1434932" cy="370415"/>
            </a:xfrm>
          </p:grpSpPr>
          <p:sp>
            <p:nvSpPr>
              <p:cNvPr id="442" name="Google Shape;442;p26"/>
              <p:cNvSpPr/>
              <p:nvPr/>
            </p:nvSpPr>
            <p:spPr>
              <a:xfrm>
                <a:off x="2815736" y="2743760"/>
                <a:ext cx="59654" cy="59654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" name="Google Shape;443;p26"/>
              <p:cNvSpPr/>
              <p:nvPr/>
            </p:nvSpPr>
            <p:spPr>
              <a:xfrm>
                <a:off x="3590839" y="2528067"/>
                <a:ext cx="59654" cy="59654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" name="Google Shape;444;p26"/>
              <p:cNvSpPr/>
              <p:nvPr/>
            </p:nvSpPr>
            <p:spPr>
              <a:xfrm>
                <a:off x="3702172" y="2640601"/>
                <a:ext cx="59654" cy="59654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" name="Google Shape;445;p26"/>
              <p:cNvSpPr/>
              <p:nvPr/>
            </p:nvSpPr>
            <p:spPr>
              <a:xfrm>
                <a:off x="4191014" y="2432999"/>
                <a:ext cx="59654" cy="59654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46" name="Google Shape;446;p26"/>
            <p:cNvSpPr/>
            <p:nvPr/>
          </p:nvSpPr>
          <p:spPr>
            <a:xfrm>
              <a:off x="2568764" y="3849206"/>
              <a:ext cx="6227815" cy="1451730"/>
            </a:xfrm>
            <a:custGeom>
              <a:rect b="b" l="l" r="r" t="t"/>
              <a:pathLst>
                <a:path extrusionOk="0" h="823965" w="3768132">
                  <a:moveTo>
                    <a:pt x="0" y="823965"/>
                  </a:moveTo>
                  <a:lnTo>
                    <a:pt x="2461846" y="532563"/>
                  </a:lnTo>
                  <a:lnTo>
                    <a:pt x="2150347" y="231112"/>
                  </a:lnTo>
                  <a:lnTo>
                    <a:pt x="3768132" y="0"/>
                  </a:lnTo>
                </a:path>
              </a:pathLst>
            </a:custGeom>
            <a:noFill/>
            <a:ln cap="flat" cmpd="sng" w="1905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1" name="Google Shape;451;p27"/>
          <p:cNvGrpSpPr/>
          <p:nvPr/>
        </p:nvGrpSpPr>
        <p:grpSpPr>
          <a:xfrm>
            <a:off x="529270" y="1353701"/>
            <a:ext cx="3568998" cy="1297313"/>
            <a:chOff x="529270" y="1353701"/>
            <a:chExt cx="3568998" cy="1297313"/>
          </a:xfrm>
        </p:grpSpPr>
        <p:sp>
          <p:nvSpPr>
            <p:cNvPr id="452" name="Google Shape;452;p27"/>
            <p:cNvSpPr/>
            <p:nvPr/>
          </p:nvSpPr>
          <p:spPr>
            <a:xfrm>
              <a:off x="529270" y="2280599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" name="Google Shape;453;p27"/>
            <p:cNvSpPr/>
            <p:nvPr/>
          </p:nvSpPr>
          <p:spPr>
            <a:xfrm>
              <a:off x="852913" y="2099358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" name="Google Shape;454;p27"/>
            <p:cNvSpPr/>
            <p:nvPr/>
          </p:nvSpPr>
          <p:spPr>
            <a:xfrm>
              <a:off x="687208" y="2159012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" name="Google Shape;455;p27"/>
            <p:cNvSpPr/>
            <p:nvPr/>
          </p:nvSpPr>
          <p:spPr>
            <a:xfrm>
              <a:off x="588924" y="1877640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" name="Google Shape;456;p27"/>
            <p:cNvSpPr/>
            <p:nvPr/>
          </p:nvSpPr>
          <p:spPr>
            <a:xfrm>
              <a:off x="1179250" y="1789155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" name="Google Shape;457;p27"/>
            <p:cNvSpPr/>
            <p:nvPr/>
          </p:nvSpPr>
          <p:spPr>
            <a:xfrm>
              <a:off x="1298350" y="1937294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" name="Google Shape;458;p27"/>
            <p:cNvSpPr/>
            <p:nvPr/>
          </p:nvSpPr>
          <p:spPr>
            <a:xfrm>
              <a:off x="1189803" y="2159012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" name="Google Shape;459;p27"/>
            <p:cNvSpPr/>
            <p:nvPr/>
          </p:nvSpPr>
          <p:spPr>
            <a:xfrm>
              <a:off x="1021509" y="2340253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" name="Google Shape;460;p27"/>
            <p:cNvSpPr/>
            <p:nvPr/>
          </p:nvSpPr>
          <p:spPr>
            <a:xfrm>
              <a:off x="1093886" y="2069531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" name="Google Shape;461;p27"/>
            <p:cNvSpPr/>
            <p:nvPr/>
          </p:nvSpPr>
          <p:spPr>
            <a:xfrm>
              <a:off x="1562522" y="2246002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" name="Google Shape;462;p27"/>
            <p:cNvSpPr/>
            <p:nvPr/>
          </p:nvSpPr>
          <p:spPr>
            <a:xfrm>
              <a:off x="1875808" y="2375667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" name="Google Shape;463;p27"/>
            <p:cNvSpPr/>
            <p:nvPr/>
          </p:nvSpPr>
          <p:spPr>
            <a:xfrm>
              <a:off x="2240066" y="2129185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" name="Google Shape;464;p27"/>
            <p:cNvSpPr/>
            <p:nvPr/>
          </p:nvSpPr>
          <p:spPr>
            <a:xfrm>
              <a:off x="2269029" y="2390160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" name="Google Shape;465;p27"/>
            <p:cNvSpPr/>
            <p:nvPr/>
          </p:nvSpPr>
          <p:spPr>
            <a:xfrm>
              <a:off x="2033520" y="1847813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" name="Google Shape;466;p27"/>
            <p:cNvSpPr/>
            <p:nvPr/>
          </p:nvSpPr>
          <p:spPr>
            <a:xfrm>
              <a:off x="1622176" y="1537115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7" name="Google Shape;467;p27"/>
            <p:cNvSpPr/>
            <p:nvPr/>
          </p:nvSpPr>
          <p:spPr>
            <a:xfrm>
              <a:off x="2137416" y="1433642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" name="Google Shape;468;p27"/>
            <p:cNvSpPr/>
            <p:nvPr/>
          </p:nvSpPr>
          <p:spPr>
            <a:xfrm>
              <a:off x="2244935" y="1353701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" name="Google Shape;469;p27"/>
            <p:cNvSpPr/>
            <p:nvPr/>
          </p:nvSpPr>
          <p:spPr>
            <a:xfrm>
              <a:off x="1935462" y="1383528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" name="Google Shape;470;p27"/>
            <p:cNvSpPr/>
            <p:nvPr/>
          </p:nvSpPr>
          <p:spPr>
            <a:xfrm>
              <a:off x="2244935" y="1535975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1" name="Google Shape;471;p27"/>
            <p:cNvSpPr/>
            <p:nvPr/>
          </p:nvSpPr>
          <p:spPr>
            <a:xfrm>
              <a:off x="2558222" y="1595629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" name="Google Shape;472;p27"/>
            <p:cNvSpPr/>
            <p:nvPr/>
          </p:nvSpPr>
          <p:spPr>
            <a:xfrm>
              <a:off x="2732108" y="1759328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" name="Google Shape;473;p27"/>
            <p:cNvSpPr/>
            <p:nvPr/>
          </p:nvSpPr>
          <p:spPr>
            <a:xfrm>
              <a:off x="2732996" y="1937294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" name="Google Shape;474;p27"/>
            <p:cNvSpPr/>
            <p:nvPr/>
          </p:nvSpPr>
          <p:spPr>
            <a:xfrm>
              <a:off x="2761934" y="2399907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" name="Google Shape;475;p27"/>
            <p:cNvSpPr/>
            <p:nvPr/>
          </p:nvSpPr>
          <p:spPr>
            <a:xfrm>
              <a:off x="2137416" y="2449814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6" name="Google Shape;476;p27"/>
            <p:cNvSpPr/>
            <p:nvPr/>
          </p:nvSpPr>
          <p:spPr>
            <a:xfrm>
              <a:off x="1850851" y="2203494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7" name="Google Shape;477;p27"/>
            <p:cNvSpPr/>
            <p:nvPr/>
          </p:nvSpPr>
          <p:spPr>
            <a:xfrm>
              <a:off x="1721681" y="2401541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" name="Google Shape;478;p27"/>
            <p:cNvSpPr/>
            <p:nvPr/>
          </p:nvSpPr>
          <p:spPr>
            <a:xfrm>
              <a:off x="2292907" y="2481340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9" name="Google Shape;479;p27"/>
            <p:cNvSpPr/>
            <p:nvPr/>
          </p:nvSpPr>
          <p:spPr>
            <a:xfrm>
              <a:off x="2663336" y="2591360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0" name="Google Shape;480;p27"/>
            <p:cNvSpPr/>
            <p:nvPr/>
          </p:nvSpPr>
          <p:spPr>
            <a:xfrm>
              <a:off x="3438439" y="2375667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1" name="Google Shape;481;p27"/>
            <p:cNvSpPr/>
            <p:nvPr/>
          </p:nvSpPr>
          <p:spPr>
            <a:xfrm>
              <a:off x="3549772" y="2488201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" name="Google Shape;482;p27"/>
            <p:cNvSpPr/>
            <p:nvPr/>
          </p:nvSpPr>
          <p:spPr>
            <a:xfrm>
              <a:off x="4038614" y="2280599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" name="Google Shape;483;p27"/>
            <p:cNvSpPr/>
            <p:nvPr/>
          </p:nvSpPr>
          <p:spPr>
            <a:xfrm>
              <a:off x="559850" y="1377184"/>
              <a:ext cx="3506800" cy="1239950"/>
            </a:xfrm>
            <a:custGeom>
              <a:rect b="b" l="l" r="r" t="t"/>
              <a:pathLst>
                <a:path extrusionOk="0" h="1520516" w="4300292">
                  <a:moveTo>
                    <a:pt x="0" y="1144306"/>
                  </a:moveTo>
                  <a:lnTo>
                    <a:pt x="397111" y="914400"/>
                  </a:lnTo>
                  <a:lnTo>
                    <a:pt x="182880" y="987552"/>
                  </a:lnTo>
                  <a:lnTo>
                    <a:pt x="73152" y="658368"/>
                  </a:lnTo>
                  <a:lnTo>
                    <a:pt x="794221" y="548640"/>
                  </a:lnTo>
                  <a:lnTo>
                    <a:pt x="945751" y="721070"/>
                  </a:lnTo>
                  <a:lnTo>
                    <a:pt x="809897" y="987552"/>
                  </a:lnTo>
                  <a:lnTo>
                    <a:pt x="600891" y="1217458"/>
                  </a:lnTo>
                  <a:lnTo>
                    <a:pt x="684493" y="883049"/>
                  </a:lnTo>
                  <a:lnTo>
                    <a:pt x="1264484" y="1092055"/>
                  </a:lnTo>
                  <a:lnTo>
                    <a:pt x="1645920" y="1274935"/>
                  </a:lnTo>
                  <a:lnTo>
                    <a:pt x="2116183" y="950976"/>
                  </a:lnTo>
                  <a:lnTo>
                    <a:pt x="2126633" y="1280160"/>
                  </a:lnTo>
                  <a:lnTo>
                    <a:pt x="1828800" y="611342"/>
                  </a:lnTo>
                  <a:lnTo>
                    <a:pt x="1316736" y="250807"/>
                  </a:lnTo>
                  <a:lnTo>
                    <a:pt x="2110957" y="0"/>
                  </a:lnTo>
                  <a:lnTo>
                    <a:pt x="1724297" y="26126"/>
                  </a:lnTo>
                  <a:lnTo>
                    <a:pt x="1975104" y="99278"/>
                  </a:lnTo>
                  <a:lnTo>
                    <a:pt x="2110957" y="224681"/>
                  </a:lnTo>
                  <a:lnTo>
                    <a:pt x="2502843" y="303058"/>
                  </a:lnTo>
                  <a:lnTo>
                    <a:pt x="2690948" y="496388"/>
                  </a:lnTo>
                  <a:lnTo>
                    <a:pt x="2696173" y="736745"/>
                  </a:lnTo>
                  <a:lnTo>
                    <a:pt x="2748425" y="1306286"/>
                  </a:lnTo>
                  <a:lnTo>
                    <a:pt x="1964653" y="1348087"/>
                  </a:lnTo>
                  <a:lnTo>
                    <a:pt x="1630244" y="1039803"/>
                  </a:lnTo>
                  <a:lnTo>
                    <a:pt x="1447364" y="1301060"/>
                  </a:lnTo>
                  <a:lnTo>
                    <a:pt x="2173659" y="1395113"/>
                  </a:lnTo>
                  <a:lnTo>
                    <a:pt x="2623021" y="1520516"/>
                  </a:lnTo>
                  <a:lnTo>
                    <a:pt x="3720301" y="1416014"/>
                  </a:lnTo>
                  <a:lnTo>
                    <a:pt x="3579223" y="1264484"/>
                  </a:lnTo>
                  <a:lnTo>
                    <a:pt x="4300292" y="1149531"/>
                  </a:lnTo>
                </a:path>
              </a:pathLst>
            </a:custGeom>
            <a:noFill/>
            <a:ln cap="flat" cmpd="sng" w="127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84" name="Google Shape;484;p27"/>
          <p:cNvSpPr txBox="1"/>
          <p:nvPr/>
        </p:nvSpPr>
        <p:spPr>
          <a:xfrm>
            <a:off x="0" y="391180"/>
            <a:ext cx="12192000" cy="523220"/>
          </a:xfrm>
          <a:prstGeom prst="rect">
            <a:avLst/>
          </a:prstGeom>
          <a:solidFill>
            <a:srgbClr val="F7CAA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How to analyze animal movement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27"/>
          <p:cNvSpPr/>
          <p:nvPr/>
        </p:nvSpPr>
        <p:spPr>
          <a:xfrm rot="-937747">
            <a:off x="2462961" y="2294644"/>
            <a:ext cx="1832908" cy="388299"/>
          </a:xfrm>
          <a:prstGeom prst="ellipse">
            <a:avLst/>
          </a:prstGeom>
          <a:noFill/>
          <a:ln cap="flat" cmpd="sng" w="41275">
            <a:solidFill>
              <a:srgbClr val="7F7F7F">
                <a:alpha val="33333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7"/>
          <p:cNvSpPr txBox="1"/>
          <p:nvPr/>
        </p:nvSpPr>
        <p:spPr>
          <a:xfrm>
            <a:off x="6718523" y="4738667"/>
            <a:ext cx="35137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7" name="Google Shape;487;p27"/>
          <p:cNvCxnSpPr/>
          <p:nvPr/>
        </p:nvCxnSpPr>
        <p:spPr>
          <a:xfrm flipH="1" rot="10800000">
            <a:off x="6667887" y="4486033"/>
            <a:ext cx="2783195" cy="298136"/>
          </a:xfrm>
          <a:prstGeom prst="straightConnector1">
            <a:avLst/>
          </a:prstGeom>
          <a:noFill/>
          <a:ln cap="flat" cmpd="sng" w="15875">
            <a:solidFill>
              <a:schemeClr val="accent6"/>
            </a:solidFill>
            <a:prstDash val="dash"/>
            <a:miter lim="800000"/>
            <a:headEnd len="sm" w="sm" type="none"/>
            <a:tailEnd len="med" w="med" type="triangle"/>
          </a:ln>
        </p:spPr>
      </p:cxnSp>
      <p:cxnSp>
        <p:nvCxnSpPr>
          <p:cNvPr id="488" name="Google Shape;488;p27"/>
          <p:cNvCxnSpPr/>
          <p:nvPr/>
        </p:nvCxnSpPr>
        <p:spPr>
          <a:xfrm rot="10800000">
            <a:off x="6694489" y="3674852"/>
            <a:ext cx="0" cy="1000238"/>
          </a:xfrm>
          <a:prstGeom prst="straightConnector1">
            <a:avLst/>
          </a:prstGeom>
          <a:noFill/>
          <a:ln cap="flat" cmpd="sng" w="15875">
            <a:solidFill>
              <a:srgbClr val="3F3F3F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489" name="Google Shape;489;p27"/>
          <p:cNvSpPr txBox="1"/>
          <p:nvPr/>
        </p:nvSpPr>
        <p:spPr>
          <a:xfrm>
            <a:off x="5193872" y="4415866"/>
            <a:ext cx="25519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Heading θ</a:t>
            </a:r>
            <a:endParaRPr b="0" baseline="-25000" i="0" sz="18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7"/>
          <p:cNvSpPr/>
          <p:nvPr/>
        </p:nvSpPr>
        <p:spPr>
          <a:xfrm rot="-4064578">
            <a:off x="6196860" y="4487211"/>
            <a:ext cx="769384" cy="672955"/>
          </a:xfrm>
          <a:prstGeom prst="arc">
            <a:avLst>
              <a:gd fmla="val 18548833" name="adj1"/>
              <a:gd fmla="val 21367754" name="adj2"/>
            </a:avLst>
          </a:prstGeom>
          <a:noFill/>
          <a:ln cap="flat" cmpd="sng" w="222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7"/>
          <p:cNvSpPr/>
          <p:nvPr/>
        </p:nvSpPr>
        <p:spPr>
          <a:xfrm rot="-399729">
            <a:off x="5695594" y="3895667"/>
            <a:ext cx="769384" cy="672955"/>
          </a:xfrm>
          <a:prstGeom prst="arc">
            <a:avLst>
              <a:gd fmla="val 17796005" name="adj1"/>
              <a:gd fmla="val 0" name="adj2"/>
            </a:avLst>
          </a:prstGeom>
          <a:noFill/>
          <a:ln cap="flat" cmpd="sng" w="222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2" name="Google Shape;492;p27"/>
          <p:cNvCxnSpPr/>
          <p:nvPr/>
        </p:nvCxnSpPr>
        <p:spPr>
          <a:xfrm flipH="1" rot="10800000">
            <a:off x="6188158" y="3668484"/>
            <a:ext cx="3797632" cy="582701"/>
          </a:xfrm>
          <a:prstGeom prst="straightConnector1">
            <a:avLst/>
          </a:prstGeom>
          <a:noFill/>
          <a:ln cap="flat" cmpd="sng" w="15875">
            <a:solidFill>
              <a:schemeClr val="accent6"/>
            </a:solidFill>
            <a:prstDash val="dash"/>
            <a:miter lim="800000"/>
            <a:headEnd len="sm" w="sm" type="none"/>
            <a:tailEnd len="med" w="med" type="triangle"/>
          </a:ln>
        </p:spPr>
      </p:cxnSp>
      <p:sp>
        <p:nvSpPr>
          <p:cNvPr id="493" name="Google Shape;493;p27"/>
          <p:cNvSpPr txBox="1"/>
          <p:nvPr/>
        </p:nvSpPr>
        <p:spPr>
          <a:xfrm>
            <a:off x="5599666" y="3914672"/>
            <a:ext cx="35137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27"/>
          <p:cNvSpPr txBox="1"/>
          <p:nvPr/>
        </p:nvSpPr>
        <p:spPr>
          <a:xfrm>
            <a:off x="8705123" y="3203806"/>
            <a:ext cx="37382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27"/>
          <p:cNvSpPr txBox="1"/>
          <p:nvPr/>
        </p:nvSpPr>
        <p:spPr>
          <a:xfrm>
            <a:off x="8478591" y="5263657"/>
            <a:ext cx="2502160" cy="369332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Heading: </a:t>
            </a:r>
            <a:r>
              <a:rPr b="0" i="1" lang="en-US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absolute angle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6" name="Google Shape;496;p27"/>
          <p:cNvGrpSpPr/>
          <p:nvPr/>
        </p:nvGrpSpPr>
        <p:grpSpPr>
          <a:xfrm>
            <a:off x="2362780" y="3667858"/>
            <a:ext cx="6800405" cy="1777567"/>
            <a:chOff x="2436915" y="3705884"/>
            <a:chExt cx="6635520" cy="1712901"/>
          </a:xfrm>
        </p:grpSpPr>
        <p:grpSp>
          <p:nvGrpSpPr>
            <p:cNvPr id="497" name="Google Shape;497;p27"/>
            <p:cNvGrpSpPr/>
            <p:nvPr/>
          </p:nvGrpSpPr>
          <p:grpSpPr>
            <a:xfrm>
              <a:off x="2436915" y="3705884"/>
              <a:ext cx="6635520" cy="1712901"/>
              <a:chOff x="2815736" y="2432999"/>
              <a:chExt cx="1434932" cy="370415"/>
            </a:xfrm>
          </p:grpSpPr>
          <p:sp>
            <p:nvSpPr>
              <p:cNvPr id="498" name="Google Shape;498;p27"/>
              <p:cNvSpPr/>
              <p:nvPr/>
            </p:nvSpPr>
            <p:spPr>
              <a:xfrm>
                <a:off x="2815736" y="2743760"/>
                <a:ext cx="59654" cy="59654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9" name="Google Shape;499;p27"/>
              <p:cNvSpPr/>
              <p:nvPr/>
            </p:nvSpPr>
            <p:spPr>
              <a:xfrm>
                <a:off x="3590839" y="2528067"/>
                <a:ext cx="59654" cy="59654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0" name="Google Shape;500;p27"/>
              <p:cNvSpPr/>
              <p:nvPr/>
            </p:nvSpPr>
            <p:spPr>
              <a:xfrm>
                <a:off x="3702172" y="2640601"/>
                <a:ext cx="59654" cy="59654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1" name="Google Shape;501;p27"/>
              <p:cNvSpPr/>
              <p:nvPr/>
            </p:nvSpPr>
            <p:spPr>
              <a:xfrm>
                <a:off x="4191014" y="2432999"/>
                <a:ext cx="59654" cy="59654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02" name="Google Shape;502;p27"/>
            <p:cNvSpPr/>
            <p:nvPr/>
          </p:nvSpPr>
          <p:spPr>
            <a:xfrm>
              <a:off x="2568764" y="3849206"/>
              <a:ext cx="6227815" cy="1451730"/>
            </a:xfrm>
            <a:custGeom>
              <a:rect b="b" l="l" r="r" t="t"/>
              <a:pathLst>
                <a:path extrusionOk="0" h="823965" w="3768132">
                  <a:moveTo>
                    <a:pt x="0" y="823965"/>
                  </a:moveTo>
                  <a:lnTo>
                    <a:pt x="2461846" y="532563"/>
                  </a:lnTo>
                  <a:lnTo>
                    <a:pt x="2150347" y="231112"/>
                  </a:lnTo>
                  <a:lnTo>
                    <a:pt x="3768132" y="0"/>
                  </a:lnTo>
                </a:path>
              </a:pathLst>
            </a:custGeom>
            <a:noFill/>
            <a:ln cap="flat" cmpd="sng" w="1905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503" name="Google Shape;503;p27"/>
          <p:cNvCxnSpPr/>
          <p:nvPr/>
        </p:nvCxnSpPr>
        <p:spPr>
          <a:xfrm rot="10800000">
            <a:off x="6177490" y="3203806"/>
            <a:ext cx="0" cy="1000238"/>
          </a:xfrm>
          <a:prstGeom prst="straightConnector1">
            <a:avLst/>
          </a:prstGeom>
          <a:noFill/>
          <a:ln cap="flat" cmpd="sng" w="15875">
            <a:solidFill>
              <a:srgbClr val="3F3F3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504" name="Google Shape;504;p27"/>
          <p:cNvCxnSpPr/>
          <p:nvPr/>
        </p:nvCxnSpPr>
        <p:spPr>
          <a:xfrm rot="10800000">
            <a:off x="9021829" y="2810755"/>
            <a:ext cx="0" cy="1000238"/>
          </a:xfrm>
          <a:prstGeom prst="straightConnector1">
            <a:avLst/>
          </a:prstGeom>
          <a:noFill/>
          <a:ln cap="flat" cmpd="sng" w="15875">
            <a:solidFill>
              <a:srgbClr val="3F3F3F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505" name="Google Shape;505;p27"/>
          <p:cNvSpPr/>
          <p:nvPr/>
        </p:nvSpPr>
        <p:spPr>
          <a:xfrm rot="-399729">
            <a:off x="8518076" y="3456624"/>
            <a:ext cx="769384" cy="725489"/>
          </a:xfrm>
          <a:prstGeom prst="arc">
            <a:avLst>
              <a:gd fmla="val 17796005" name="adj1"/>
              <a:gd fmla="val 21500667" name="adj2"/>
            </a:avLst>
          </a:prstGeom>
          <a:noFill/>
          <a:ln cap="flat" cmpd="sng" w="222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7"/>
          <p:cNvSpPr txBox="1"/>
          <p:nvPr/>
        </p:nvSpPr>
        <p:spPr>
          <a:xfrm>
            <a:off x="2015769" y="4710904"/>
            <a:ext cx="3626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1" name="Google Shape;511;p28"/>
          <p:cNvGrpSpPr/>
          <p:nvPr/>
        </p:nvGrpSpPr>
        <p:grpSpPr>
          <a:xfrm>
            <a:off x="529270" y="1353701"/>
            <a:ext cx="3568998" cy="1297313"/>
            <a:chOff x="529270" y="1353701"/>
            <a:chExt cx="3568998" cy="1297313"/>
          </a:xfrm>
        </p:grpSpPr>
        <p:sp>
          <p:nvSpPr>
            <p:cNvPr id="512" name="Google Shape;512;p28"/>
            <p:cNvSpPr/>
            <p:nvPr/>
          </p:nvSpPr>
          <p:spPr>
            <a:xfrm>
              <a:off x="529270" y="2280599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" name="Google Shape;513;p28"/>
            <p:cNvSpPr/>
            <p:nvPr/>
          </p:nvSpPr>
          <p:spPr>
            <a:xfrm>
              <a:off x="852913" y="2099358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4" name="Google Shape;514;p28"/>
            <p:cNvSpPr/>
            <p:nvPr/>
          </p:nvSpPr>
          <p:spPr>
            <a:xfrm>
              <a:off x="687208" y="2159012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p28"/>
            <p:cNvSpPr/>
            <p:nvPr/>
          </p:nvSpPr>
          <p:spPr>
            <a:xfrm>
              <a:off x="588924" y="1877640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Google Shape;516;p28"/>
            <p:cNvSpPr/>
            <p:nvPr/>
          </p:nvSpPr>
          <p:spPr>
            <a:xfrm>
              <a:off x="1179250" y="1789155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" name="Google Shape;517;p28"/>
            <p:cNvSpPr/>
            <p:nvPr/>
          </p:nvSpPr>
          <p:spPr>
            <a:xfrm>
              <a:off x="1298350" y="1937294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" name="Google Shape;518;p28"/>
            <p:cNvSpPr/>
            <p:nvPr/>
          </p:nvSpPr>
          <p:spPr>
            <a:xfrm>
              <a:off x="1189803" y="2159012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" name="Google Shape;519;p28"/>
            <p:cNvSpPr/>
            <p:nvPr/>
          </p:nvSpPr>
          <p:spPr>
            <a:xfrm>
              <a:off x="1021509" y="2340253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0" name="Google Shape;520;p28"/>
            <p:cNvSpPr/>
            <p:nvPr/>
          </p:nvSpPr>
          <p:spPr>
            <a:xfrm>
              <a:off x="1093886" y="2069531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" name="Google Shape;521;p28"/>
            <p:cNvSpPr/>
            <p:nvPr/>
          </p:nvSpPr>
          <p:spPr>
            <a:xfrm>
              <a:off x="1562522" y="2246002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" name="Google Shape;522;p28"/>
            <p:cNvSpPr/>
            <p:nvPr/>
          </p:nvSpPr>
          <p:spPr>
            <a:xfrm>
              <a:off x="1875808" y="2375667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" name="Google Shape;523;p28"/>
            <p:cNvSpPr/>
            <p:nvPr/>
          </p:nvSpPr>
          <p:spPr>
            <a:xfrm>
              <a:off x="2240066" y="2129185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" name="Google Shape;524;p28"/>
            <p:cNvSpPr/>
            <p:nvPr/>
          </p:nvSpPr>
          <p:spPr>
            <a:xfrm>
              <a:off x="2269029" y="2390160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" name="Google Shape;525;p28"/>
            <p:cNvSpPr/>
            <p:nvPr/>
          </p:nvSpPr>
          <p:spPr>
            <a:xfrm>
              <a:off x="2033520" y="1847813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6" name="Google Shape;526;p28"/>
            <p:cNvSpPr/>
            <p:nvPr/>
          </p:nvSpPr>
          <p:spPr>
            <a:xfrm>
              <a:off x="1622176" y="1537115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7" name="Google Shape;527;p28"/>
            <p:cNvSpPr/>
            <p:nvPr/>
          </p:nvSpPr>
          <p:spPr>
            <a:xfrm>
              <a:off x="2137416" y="1433642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8" name="Google Shape;528;p28"/>
            <p:cNvSpPr/>
            <p:nvPr/>
          </p:nvSpPr>
          <p:spPr>
            <a:xfrm>
              <a:off x="2244935" y="1353701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9" name="Google Shape;529;p28"/>
            <p:cNvSpPr/>
            <p:nvPr/>
          </p:nvSpPr>
          <p:spPr>
            <a:xfrm>
              <a:off x="1935462" y="1383528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0" name="Google Shape;530;p28"/>
            <p:cNvSpPr/>
            <p:nvPr/>
          </p:nvSpPr>
          <p:spPr>
            <a:xfrm>
              <a:off x="2244935" y="1535975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1" name="Google Shape;531;p28"/>
            <p:cNvSpPr/>
            <p:nvPr/>
          </p:nvSpPr>
          <p:spPr>
            <a:xfrm>
              <a:off x="2558222" y="1595629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2" name="Google Shape;532;p28"/>
            <p:cNvSpPr/>
            <p:nvPr/>
          </p:nvSpPr>
          <p:spPr>
            <a:xfrm>
              <a:off x="2732108" y="1759328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" name="Google Shape;533;p28"/>
            <p:cNvSpPr/>
            <p:nvPr/>
          </p:nvSpPr>
          <p:spPr>
            <a:xfrm>
              <a:off x="2732996" y="1937294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" name="Google Shape;534;p28"/>
            <p:cNvSpPr/>
            <p:nvPr/>
          </p:nvSpPr>
          <p:spPr>
            <a:xfrm>
              <a:off x="2761934" y="2399907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5" name="Google Shape;535;p28"/>
            <p:cNvSpPr/>
            <p:nvPr/>
          </p:nvSpPr>
          <p:spPr>
            <a:xfrm>
              <a:off x="2137416" y="2449814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" name="Google Shape;536;p28"/>
            <p:cNvSpPr/>
            <p:nvPr/>
          </p:nvSpPr>
          <p:spPr>
            <a:xfrm>
              <a:off x="1850851" y="2203494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7" name="Google Shape;537;p28"/>
            <p:cNvSpPr/>
            <p:nvPr/>
          </p:nvSpPr>
          <p:spPr>
            <a:xfrm>
              <a:off x="1721681" y="2401541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8" name="Google Shape;538;p28"/>
            <p:cNvSpPr/>
            <p:nvPr/>
          </p:nvSpPr>
          <p:spPr>
            <a:xfrm>
              <a:off x="2292907" y="2481340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9" name="Google Shape;539;p28"/>
            <p:cNvSpPr/>
            <p:nvPr/>
          </p:nvSpPr>
          <p:spPr>
            <a:xfrm>
              <a:off x="2663336" y="2591360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" name="Google Shape;540;p28"/>
            <p:cNvSpPr/>
            <p:nvPr/>
          </p:nvSpPr>
          <p:spPr>
            <a:xfrm>
              <a:off x="3438439" y="2375667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" name="Google Shape;541;p28"/>
            <p:cNvSpPr/>
            <p:nvPr/>
          </p:nvSpPr>
          <p:spPr>
            <a:xfrm>
              <a:off x="3549772" y="2488201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2" name="Google Shape;542;p28"/>
            <p:cNvSpPr/>
            <p:nvPr/>
          </p:nvSpPr>
          <p:spPr>
            <a:xfrm>
              <a:off x="4038614" y="2280599"/>
              <a:ext cx="59654" cy="596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3" name="Google Shape;543;p28"/>
            <p:cNvSpPr/>
            <p:nvPr/>
          </p:nvSpPr>
          <p:spPr>
            <a:xfrm>
              <a:off x="559850" y="1377184"/>
              <a:ext cx="3506800" cy="1239950"/>
            </a:xfrm>
            <a:custGeom>
              <a:rect b="b" l="l" r="r" t="t"/>
              <a:pathLst>
                <a:path extrusionOk="0" h="1520516" w="4300292">
                  <a:moveTo>
                    <a:pt x="0" y="1144306"/>
                  </a:moveTo>
                  <a:lnTo>
                    <a:pt x="397111" y="914400"/>
                  </a:lnTo>
                  <a:lnTo>
                    <a:pt x="182880" y="987552"/>
                  </a:lnTo>
                  <a:lnTo>
                    <a:pt x="73152" y="658368"/>
                  </a:lnTo>
                  <a:lnTo>
                    <a:pt x="794221" y="548640"/>
                  </a:lnTo>
                  <a:lnTo>
                    <a:pt x="945751" y="721070"/>
                  </a:lnTo>
                  <a:lnTo>
                    <a:pt x="809897" y="987552"/>
                  </a:lnTo>
                  <a:lnTo>
                    <a:pt x="600891" y="1217458"/>
                  </a:lnTo>
                  <a:lnTo>
                    <a:pt x="684493" y="883049"/>
                  </a:lnTo>
                  <a:lnTo>
                    <a:pt x="1264484" y="1092055"/>
                  </a:lnTo>
                  <a:lnTo>
                    <a:pt x="1645920" y="1274935"/>
                  </a:lnTo>
                  <a:lnTo>
                    <a:pt x="2116183" y="950976"/>
                  </a:lnTo>
                  <a:lnTo>
                    <a:pt x="2126633" y="1280160"/>
                  </a:lnTo>
                  <a:lnTo>
                    <a:pt x="1828800" y="611342"/>
                  </a:lnTo>
                  <a:lnTo>
                    <a:pt x="1316736" y="250807"/>
                  </a:lnTo>
                  <a:lnTo>
                    <a:pt x="2110957" y="0"/>
                  </a:lnTo>
                  <a:lnTo>
                    <a:pt x="1724297" y="26126"/>
                  </a:lnTo>
                  <a:lnTo>
                    <a:pt x="1975104" y="99278"/>
                  </a:lnTo>
                  <a:lnTo>
                    <a:pt x="2110957" y="224681"/>
                  </a:lnTo>
                  <a:lnTo>
                    <a:pt x="2502843" y="303058"/>
                  </a:lnTo>
                  <a:lnTo>
                    <a:pt x="2690948" y="496388"/>
                  </a:lnTo>
                  <a:lnTo>
                    <a:pt x="2696173" y="736745"/>
                  </a:lnTo>
                  <a:lnTo>
                    <a:pt x="2748425" y="1306286"/>
                  </a:lnTo>
                  <a:lnTo>
                    <a:pt x="1964653" y="1348087"/>
                  </a:lnTo>
                  <a:lnTo>
                    <a:pt x="1630244" y="1039803"/>
                  </a:lnTo>
                  <a:lnTo>
                    <a:pt x="1447364" y="1301060"/>
                  </a:lnTo>
                  <a:lnTo>
                    <a:pt x="2173659" y="1395113"/>
                  </a:lnTo>
                  <a:lnTo>
                    <a:pt x="2623021" y="1520516"/>
                  </a:lnTo>
                  <a:lnTo>
                    <a:pt x="3720301" y="1416014"/>
                  </a:lnTo>
                  <a:lnTo>
                    <a:pt x="3579223" y="1264484"/>
                  </a:lnTo>
                  <a:lnTo>
                    <a:pt x="4300292" y="1149531"/>
                  </a:lnTo>
                </a:path>
              </a:pathLst>
            </a:custGeom>
            <a:noFill/>
            <a:ln cap="flat" cmpd="sng" w="127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44" name="Google Shape;544;p28"/>
          <p:cNvSpPr txBox="1"/>
          <p:nvPr/>
        </p:nvSpPr>
        <p:spPr>
          <a:xfrm>
            <a:off x="0" y="391180"/>
            <a:ext cx="12192000" cy="523220"/>
          </a:xfrm>
          <a:prstGeom prst="rect">
            <a:avLst/>
          </a:prstGeom>
          <a:solidFill>
            <a:srgbClr val="F7CAA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How to analyze animal movement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28"/>
          <p:cNvSpPr/>
          <p:nvPr/>
        </p:nvSpPr>
        <p:spPr>
          <a:xfrm rot="-937747">
            <a:off x="2462961" y="2294644"/>
            <a:ext cx="1832908" cy="388299"/>
          </a:xfrm>
          <a:prstGeom prst="ellipse">
            <a:avLst/>
          </a:prstGeom>
          <a:noFill/>
          <a:ln cap="flat" cmpd="sng" w="41275">
            <a:solidFill>
              <a:srgbClr val="7F7F7F">
                <a:alpha val="33333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8"/>
          <p:cNvSpPr txBox="1"/>
          <p:nvPr/>
        </p:nvSpPr>
        <p:spPr>
          <a:xfrm>
            <a:off x="6718523" y="4738667"/>
            <a:ext cx="35137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28"/>
          <p:cNvSpPr txBox="1"/>
          <p:nvPr/>
        </p:nvSpPr>
        <p:spPr>
          <a:xfrm>
            <a:off x="5599666" y="3914672"/>
            <a:ext cx="35137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28"/>
          <p:cNvSpPr txBox="1"/>
          <p:nvPr/>
        </p:nvSpPr>
        <p:spPr>
          <a:xfrm>
            <a:off x="8705123" y="3203806"/>
            <a:ext cx="37382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9" name="Google Shape;549;p28"/>
          <p:cNvGrpSpPr/>
          <p:nvPr/>
        </p:nvGrpSpPr>
        <p:grpSpPr>
          <a:xfrm>
            <a:off x="2362780" y="3667858"/>
            <a:ext cx="6800405" cy="1777567"/>
            <a:chOff x="2436915" y="3705884"/>
            <a:chExt cx="6635520" cy="1712901"/>
          </a:xfrm>
        </p:grpSpPr>
        <p:grpSp>
          <p:nvGrpSpPr>
            <p:cNvPr id="550" name="Google Shape;550;p28"/>
            <p:cNvGrpSpPr/>
            <p:nvPr/>
          </p:nvGrpSpPr>
          <p:grpSpPr>
            <a:xfrm>
              <a:off x="2436915" y="3705884"/>
              <a:ext cx="6635520" cy="1712901"/>
              <a:chOff x="2815736" y="2432999"/>
              <a:chExt cx="1434932" cy="370415"/>
            </a:xfrm>
          </p:grpSpPr>
          <p:sp>
            <p:nvSpPr>
              <p:cNvPr id="551" name="Google Shape;551;p28"/>
              <p:cNvSpPr/>
              <p:nvPr/>
            </p:nvSpPr>
            <p:spPr>
              <a:xfrm>
                <a:off x="2815736" y="2743760"/>
                <a:ext cx="59654" cy="59654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" name="Google Shape;552;p28"/>
              <p:cNvSpPr/>
              <p:nvPr/>
            </p:nvSpPr>
            <p:spPr>
              <a:xfrm>
                <a:off x="3590839" y="2528067"/>
                <a:ext cx="59654" cy="59654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" name="Google Shape;553;p28"/>
              <p:cNvSpPr/>
              <p:nvPr/>
            </p:nvSpPr>
            <p:spPr>
              <a:xfrm>
                <a:off x="3702172" y="2640601"/>
                <a:ext cx="59654" cy="59654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" name="Google Shape;554;p28"/>
              <p:cNvSpPr/>
              <p:nvPr/>
            </p:nvSpPr>
            <p:spPr>
              <a:xfrm>
                <a:off x="4191014" y="2432999"/>
                <a:ext cx="59654" cy="59654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55" name="Google Shape;555;p28"/>
            <p:cNvSpPr/>
            <p:nvPr/>
          </p:nvSpPr>
          <p:spPr>
            <a:xfrm>
              <a:off x="2568764" y="3849206"/>
              <a:ext cx="6227815" cy="1451730"/>
            </a:xfrm>
            <a:custGeom>
              <a:rect b="b" l="l" r="r" t="t"/>
              <a:pathLst>
                <a:path extrusionOk="0" h="823965" w="3768132">
                  <a:moveTo>
                    <a:pt x="0" y="823965"/>
                  </a:moveTo>
                  <a:lnTo>
                    <a:pt x="2461846" y="532563"/>
                  </a:lnTo>
                  <a:lnTo>
                    <a:pt x="2150347" y="231112"/>
                  </a:lnTo>
                  <a:lnTo>
                    <a:pt x="3768132" y="0"/>
                  </a:lnTo>
                </a:path>
              </a:pathLst>
            </a:custGeom>
            <a:noFill/>
            <a:ln cap="flat" cmpd="sng" w="1905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556" name="Google Shape;556;p28"/>
          <p:cNvCxnSpPr>
            <a:endCxn id="554" idx="2"/>
          </p:cNvCxnSpPr>
          <p:nvPr/>
        </p:nvCxnSpPr>
        <p:spPr>
          <a:xfrm flipH="1" rot="10800000">
            <a:off x="2497974" y="3810993"/>
            <a:ext cx="6382500" cy="1470300"/>
          </a:xfrm>
          <a:prstGeom prst="straightConnector1">
            <a:avLst/>
          </a:prstGeom>
          <a:noFill/>
          <a:ln cap="flat" cmpd="sng" w="41275">
            <a:solidFill>
              <a:srgbClr val="7030A0">
                <a:alpha val="61568"/>
              </a:srgbClr>
            </a:solidFill>
            <a:prstDash val="dash"/>
            <a:miter lim="800000"/>
            <a:headEnd len="sm" w="sm" type="none"/>
            <a:tailEnd len="med" w="med" type="stealth"/>
          </a:ln>
        </p:spPr>
      </p:cxnSp>
      <p:sp>
        <p:nvSpPr>
          <p:cNvPr id="557" name="Google Shape;557;p28"/>
          <p:cNvSpPr txBox="1"/>
          <p:nvPr/>
        </p:nvSpPr>
        <p:spPr>
          <a:xfrm>
            <a:off x="9163185" y="5159154"/>
            <a:ext cx="2551972" cy="369332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Displacement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28"/>
          <p:cNvSpPr txBox="1"/>
          <p:nvPr/>
        </p:nvSpPr>
        <p:spPr>
          <a:xfrm>
            <a:off x="2015769" y="4710904"/>
            <a:ext cx="3626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" name="Google Shape;563;p29"/>
          <p:cNvPicPr preferRelativeResize="0"/>
          <p:nvPr/>
        </p:nvPicPr>
        <p:blipFill rotWithShape="1">
          <a:blip r:embed="rId3">
            <a:alphaModFix/>
          </a:blip>
          <a:srcRect b="20631" l="17585" r="0" t="0"/>
          <a:stretch/>
        </p:blipFill>
        <p:spPr>
          <a:xfrm>
            <a:off x="708497" y="268980"/>
            <a:ext cx="3783987" cy="291961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4" name="Google Shape;564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11743" y="268980"/>
            <a:ext cx="3359978" cy="3280323"/>
          </a:xfrm>
          <a:prstGeom prst="rect">
            <a:avLst/>
          </a:prstGeom>
          <a:noFill/>
          <a:ln>
            <a:noFill/>
          </a:ln>
        </p:spPr>
      </p:pic>
      <p:pic>
        <p:nvPicPr>
          <p:cNvPr id="565" name="Google Shape;565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32452" y="3429000"/>
            <a:ext cx="3260032" cy="329657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6" name="Google Shape;566;p29"/>
          <p:cNvPicPr preferRelativeResize="0"/>
          <p:nvPr/>
        </p:nvPicPr>
        <p:blipFill rotWithShape="1">
          <a:blip r:embed="rId6">
            <a:alphaModFix/>
          </a:blip>
          <a:srcRect b="0" l="0" r="0" t="6262"/>
          <a:stretch/>
        </p:blipFill>
        <p:spPr>
          <a:xfrm>
            <a:off x="5503860" y="3790122"/>
            <a:ext cx="3467862" cy="3067878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29"/>
          <p:cNvSpPr txBox="1"/>
          <p:nvPr/>
        </p:nvSpPr>
        <p:spPr>
          <a:xfrm>
            <a:off x="8965348" y="4214192"/>
            <a:ext cx="19942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Assumptions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requirements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29"/>
          <p:cNvSpPr txBox="1"/>
          <p:nvPr/>
        </p:nvSpPr>
        <p:spPr>
          <a:xfrm>
            <a:off x="9665123" y="6488668"/>
            <a:ext cx="25888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Figures from animove.org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